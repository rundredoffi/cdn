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34"/>
  </p:notesMasterIdLst>
  <p:sldIdLst>
    <p:sldId id="256" r:id="rId2"/>
    <p:sldId id="258" r:id="rId3"/>
    <p:sldId id="261" r:id="rId4"/>
    <p:sldId id="313" r:id="rId5"/>
    <p:sldId id="273" r:id="rId6"/>
    <p:sldId id="295" r:id="rId7"/>
    <p:sldId id="296" r:id="rId8"/>
    <p:sldId id="292" r:id="rId9"/>
    <p:sldId id="264" r:id="rId10"/>
    <p:sldId id="260" r:id="rId11"/>
    <p:sldId id="297" r:id="rId12"/>
    <p:sldId id="274" r:id="rId13"/>
    <p:sldId id="298" r:id="rId14"/>
    <p:sldId id="299" r:id="rId15"/>
    <p:sldId id="300" r:id="rId16"/>
    <p:sldId id="270" r:id="rId17"/>
    <p:sldId id="301" r:id="rId18"/>
    <p:sldId id="303" r:id="rId19"/>
    <p:sldId id="304" r:id="rId20"/>
    <p:sldId id="314" r:id="rId21"/>
    <p:sldId id="293" r:id="rId22"/>
    <p:sldId id="312" r:id="rId23"/>
    <p:sldId id="305" r:id="rId24"/>
    <p:sldId id="306" r:id="rId25"/>
    <p:sldId id="307" r:id="rId26"/>
    <p:sldId id="308" r:id="rId27"/>
    <p:sldId id="294" r:id="rId28"/>
    <p:sldId id="272" r:id="rId29"/>
    <p:sldId id="311" r:id="rId30"/>
    <p:sldId id="310" r:id="rId31"/>
    <p:sldId id="309" r:id="rId32"/>
    <p:sldId id="278" r:id="rId33"/>
  </p:sldIdLst>
  <p:sldSz cx="9144000" cy="5143500" type="screen16x9"/>
  <p:notesSz cx="6858000" cy="9144000"/>
  <p:embeddedFontLst>
    <p:embeddedFont>
      <p:font typeface="Fredoka One" panose="02000000000000000000" pitchFamily="2" charset="0"/>
      <p:regular r:id="rId35"/>
    </p:embeddedFont>
    <p:embeddedFont>
      <p:font typeface="Orbitron" panose="020B0604020202020204" charset="0"/>
      <p:regular r:id="rId36"/>
      <p:bold r:id="rId37"/>
    </p:embeddedFont>
    <p:embeddedFont>
      <p:font typeface="Roboto" panose="02000000000000000000" pitchFamily="2" charset="0"/>
      <p:regular r:id="rId38"/>
      <p:bold r:id="rId39"/>
      <p:italic r:id="rId40"/>
      <p:boldItalic r:id="rId41"/>
    </p:embeddedFont>
    <p:embeddedFont>
      <p:font typeface="Space Mono" panose="02000509040000020004" pitchFamily="49"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tion par défaut" id="{2FB52F46-A7D2-4A71-A918-12BB10FFFEC9}">
          <p14:sldIdLst>
            <p14:sldId id="256"/>
            <p14:sldId id="258"/>
            <p14:sldId id="261"/>
            <p14:sldId id="313"/>
            <p14:sldId id="273"/>
            <p14:sldId id="295"/>
            <p14:sldId id="296"/>
            <p14:sldId id="292"/>
            <p14:sldId id="264"/>
            <p14:sldId id="260"/>
            <p14:sldId id="297"/>
            <p14:sldId id="274"/>
            <p14:sldId id="298"/>
            <p14:sldId id="299"/>
            <p14:sldId id="300"/>
            <p14:sldId id="270"/>
            <p14:sldId id="301"/>
            <p14:sldId id="303"/>
            <p14:sldId id="304"/>
            <p14:sldId id="314"/>
            <p14:sldId id="293"/>
            <p14:sldId id="312"/>
            <p14:sldId id="305"/>
            <p14:sldId id="306"/>
            <p14:sldId id="307"/>
            <p14:sldId id="308"/>
            <p14:sldId id="294"/>
            <p14:sldId id="272"/>
            <p14:sldId id="311"/>
            <p14:sldId id="310"/>
            <p14:sldId id="309"/>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844267-BDE3-421D-B5A1-2EE25029BB2B}">
  <a:tblStyle styleId="{F9844267-BDE3-421D-B5A1-2EE25029BB2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9" d="100"/>
          <a:sy n="139" d="100"/>
        </p:scale>
        <p:origin x="222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8794a74c9d_0_24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8794a74c9d_0_24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c6ac5e8787_1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4" name="Google Shape;844;gc6ac5e8787_1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0facb75130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0facb75130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10facb75130_0_10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9" name="Google Shape;1079;g10facb75130_0_10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1570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10facb75130_0_10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3" name="Google Shape;1113;g10facb75130_0_10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10facb75130_0_10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9" name="Google Shape;1079;g10facb75130_0_10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9404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10facb75130_0_10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3" name="Google Shape;1113;g10facb75130_0_10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8578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0facb75130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0facb75130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3222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10facb75130_0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8" name="Google Shape;948;g10facb75130_0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c6ac5e878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7" name="Google Shape;867;gc6ac5e878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c6ac5e878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7" name="Google Shape;867;gc6ac5e878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9701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10facb75130_0_10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6" name="Google Shape;1136;g10facb75130_0_10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10facb75130_0_10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6" name="Google Shape;1136;g10facb75130_0_10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04431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10facb75130_0_10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6" name="Google Shape;1136;g10facb75130_0_10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3369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10facb75130_0_10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6" name="Google Shape;1136;g10facb75130_0_10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20645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10facb75130_0_10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9" name="Google Shape;1079;g10facb75130_0_10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c6ac5e878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7" name="Google Shape;867;gc6ac5e878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6375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10facb75130_0_10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9" name="Google Shape;1079;g10facb75130_0_10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41651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10facb75130_0_10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9" name="Google Shape;1079;g10facb75130_0_10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74846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10facb75130_0_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1" name="Google Shape;1211;g10facb75130_0_5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48361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0facb75130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0facb75130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31879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c6ac5e878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7" name="Google Shape;867;gc6ac5e878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38177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10facb75130_0_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1" name="Google Shape;1211;g10facb75130_0_5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11493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10facb75130_0_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1" name="Google Shape;1211;g10facb75130_0_5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03114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10facb75130_0_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1" name="Google Shape;1211;g10facb75130_0_5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97907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10facb75130_0_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1" name="Google Shape;1211;g10facb75130_0_5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98585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0facb75130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0facb75130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41754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g10facb75130_0_9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8" name="Google Shape;1108;g10facb75130_0_9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10facb75130_0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8" name="Google Shape;948;g10facb75130_0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67274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c6ac5e878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7" name="Google Shape;867;gc6ac5e878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2720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10facb75130_0_10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6" name="Google Shape;1136;g10facb75130_0_10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16806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5"/>
        <p:cNvGrpSpPr/>
        <p:nvPr/>
      </p:nvGrpSpPr>
      <p:grpSpPr>
        <a:xfrm>
          <a:off x="0" y="0"/>
          <a:ext cx="0" cy="0"/>
          <a:chOff x="0" y="0"/>
          <a:chExt cx="0" cy="0"/>
        </a:xfrm>
      </p:grpSpPr>
      <p:sp>
        <p:nvSpPr>
          <p:cNvPr id="1216" name="Google Shape;1216;g10facb75130_0_18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7" name="Google Shape;1217;g10facb75130_0_18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901322" y="-611430"/>
            <a:ext cx="4544211" cy="4516379"/>
            <a:chOff x="-1901322" y="-611430"/>
            <a:chExt cx="4544211" cy="4516379"/>
          </a:xfrm>
        </p:grpSpPr>
        <p:sp>
          <p:nvSpPr>
            <p:cNvPr id="10" name="Google Shape;10;p2"/>
            <p:cNvSpPr/>
            <p:nvPr/>
          </p:nvSpPr>
          <p:spPr>
            <a:xfrm>
              <a:off x="-1901322" y="1923004"/>
              <a:ext cx="2552990" cy="1507257"/>
            </a:xfrm>
            <a:custGeom>
              <a:avLst/>
              <a:gdLst/>
              <a:ahLst/>
              <a:cxnLst/>
              <a:rect l="l" t="t" r="r" b="b"/>
              <a:pathLst>
                <a:path w="17209" h="10160" extrusionOk="0">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929521" y="-366300"/>
              <a:ext cx="3031815" cy="2004573"/>
            </a:xfrm>
            <a:custGeom>
              <a:avLst/>
              <a:gdLst/>
              <a:ahLst/>
              <a:cxnLst/>
              <a:rect l="l" t="t" r="r" b="b"/>
              <a:pathLst>
                <a:path w="24054" h="15904" extrusionOk="0">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1841214" y="348501"/>
              <a:ext cx="801675" cy="397824"/>
              <a:chOff x="1622300" y="2291700"/>
              <a:chExt cx="118800" cy="58950"/>
            </a:xfrm>
          </p:grpSpPr>
          <p:sp>
            <p:nvSpPr>
              <p:cNvPr id="13" name="Google Shape;13;p2"/>
              <p:cNvSpPr/>
              <p:nvPr/>
            </p:nvSpPr>
            <p:spPr>
              <a:xfrm>
                <a:off x="1672825" y="2291800"/>
                <a:ext cx="17950" cy="17825"/>
              </a:xfrm>
              <a:custGeom>
                <a:avLst/>
                <a:gdLst/>
                <a:ahLst/>
                <a:cxnLst/>
                <a:rect l="l" t="t" r="r" b="b"/>
                <a:pathLst>
                  <a:path w="718" h="713" extrusionOk="0">
                    <a:moveTo>
                      <a:pt x="101" y="0"/>
                    </a:moveTo>
                    <a:lnTo>
                      <a:pt x="1" y="96"/>
                    </a:lnTo>
                    <a:lnTo>
                      <a:pt x="621" y="713"/>
                    </a:lnTo>
                    <a:lnTo>
                      <a:pt x="717" y="617"/>
                    </a:lnTo>
                    <a:lnTo>
                      <a:pt x="1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672825" y="2291700"/>
                <a:ext cx="17950" cy="17925"/>
              </a:xfrm>
              <a:custGeom>
                <a:avLst/>
                <a:gdLst/>
                <a:ahLst/>
                <a:cxnLst/>
                <a:rect l="l" t="t" r="r" b="b"/>
                <a:pathLst>
                  <a:path w="718" h="717" extrusionOk="0">
                    <a:moveTo>
                      <a:pt x="621" y="0"/>
                    </a:moveTo>
                    <a:lnTo>
                      <a:pt x="1" y="621"/>
                    </a:lnTo>
                    <a:lnTo>
                      <a:pt x="101" y="717"/>
                    </a:lnTo>
                    <a:lnTo>
                      <a:pt x="717" y="100"/>
                    </a:lnTo>
                    <a:lnTo>
                      <a:pt x="6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723150" y="2291700"/>
                <a:ext cx="17950" cy="17925"/>
              </a:xfrm>
              <a:custGeom>
                <a:avLst/>
                <a:gdLst/>
                <a:ahLst/>
                <a:cxnLst/>
                <a:rect l="l" t="t" r="r" b="b"/>
                <a:pathLst>
                  <a:path w="718" h="717" extrusionOk="0">
                    <a:moveTo>
                      <a:pt x="97" y="0"/>
                    </a:moveTo>
                    <a:lnTo>
                      <a:pt x="1" y="100"/>
                    </a:lnTo>
                    <a:lnTo>
                      <a:pt x="617" y="717"/>
                    </a:lnTo>
                    <a:lnTo>
                      <a:pt x="718" y="621"/>
                    </a:lnTo>
                    <a:lnTo>
                      <a:pt x="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723150" y="2291700"/>
                <a:ext cx="17950" cy="17925"/>
              </a:xfrm>
              <a:custGeom>
                <a:avLst/>
                <a:gdLst/>
                <a:ahLst/>
                <a:cxnLst/>
                <a:rect l="l" t="t" r="r" b="b"/>
                <a:pathLst>
                  <a:path w="718" h="717" extrusionOk="0">
                    <a:moveTo>
                      <a:pt x="617" y="0"/>
                    </a:moveTo>
                    <a:lnTo>
                      <a:pt x="1" y="621"/>
                    </a:lnTo>
                    <a:lnTo>
                      <a:pt x="101" y="717"/>
                    </a:lnTo>
                    <a:lnTo>
                      <a:pt x="718" y="100"/>
                    </a:lnTo>
                    <a:lnTo>
                      <a:pt x="6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622300" y="2332725"/>
                <a:ext cx="17825" cy="17925"/>
              </a:xfrm>
              <a:custGeom>
                <a:avLst/>
                <a:gdLst/>
                <a:ahLst/>
                <a:cxnLst/>
                <a:rect l="l" t="t" r="r" b="b"/>
                <a:pathLst>
                  <a:path w="713" h="717" extrusionOk="0">
                    <a:moveTo>
                      <a:pt x="96" y="0"/>
                    </a:moveTo>
                    <a:lnTo>
                      <a:pt x="0" y="96"/>
                    </a:lnTo>
                    <a:lnTo>
                      <a:pt x="617" y="717"/>
                    </a:lnTo>
                    <a:lnTo>
                      <a:pt x="713" y="617"/>
                    </a:lnTo>
                    <a:lnTo>
                      <a:pt x="9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622300" y="2332725"/>
                <a:ext cx="17825" cy="17925"/>
              </a:xfrm>
              <a:custGeom>
                <a:avLst/>
                <a:gdLst/>
                <a:ahLst/>
                <a:cxnLst/>
                <a:rect l="l" t="t" r="r" b="b"/>
                <a:pathLst>
                  <a:path w="713" h="717" extrusionOk="0">
                    <a:moveTo>
                      <a:pt x="617" y="0"/>
                    </a:moveTo>
                    <a:lnTo>
                      <a:pt x="0" y="617"/>
                    </a:lnTo>
                    <a:lnTo>
                      <a:pt x="96" y="717"/>
                    </a:lnTo>
                    <a:lnTo>
                      <a:pt x="713" y="96"/>
                    </a:lnTo>
                    <a:lnTo>
                      <a:pt x="6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672525" y="2332625"/>
                <a:ext cx="17950" cy="17925"/>
              </a:xfrm>
              <a:custGeom>
                <a:avLst/>
                <a:gdLst/>
                <a:ahLst/>
                <a:cxnLst/>
                <a:rect l="l" t="t" r="r" b="b"/>
                <a:pathLst>
                  <a:path w="718" h="717" extrusionOk="0">
                    <a:moveTo>
                      <a:pt x="101" y="0"/>
                    </a:moveTo>
                    <a:lnTo>
                      <a:pt x="1" y="100"/>
                    </a:lnTo>
                    <a:lnTo>
                      <a:pt x="621" y="717"/>
                    </a:lnTo>
                    <a:lnTo>
                      <a:pt x="717" y="621"/>
                    </a:lnTo>
                    <a:lnTo>
                      <a:pt x="1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672525" y="2332725"/>
                <a:ext cx="17950" cy="17925"/>
              </a:xfrm>
              <a:custGeom>
                <a:avLst/>
                <a:gdLst/>
                <a:ahLst/>
                <a:cxnLst/>
                <a:rect l="l" t="t" r="r" b="b"/>
                <a:pathLst>
                  <a:path w="718" h="717" extrusionOk="0">
                    <a:moveTo>
                      <a:pt x="621" y="0"/>
                    </a:moveTo>
                    <a:lnTo>
                      <a:pt x="1" y="617"/>
                    </a:lnTo>
                    <a:lnTo>
                      <a:pt x="101" y="717"/>
                    </a:lnTo>
                    <a:lnTo>
                      <a:pt x="717" y="96"/>
                    </a:lnTo>
                    <a:lnTo>
                      <a:pt x="6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a:off x="-484614" y="-611430"/>
              <a:ext cx="3127481" cy="4516379"/>
              <a:chOff x="278245" y="-184325"/>
              <a:chExt cx="2358228" cy="3405504"/>
            </a:xfrm>
          </p:grpSpPr>
          <p:grpSp>
            <p:nvGrpSpPr>
              <p:cNvPr id="22" name="Google Shape;22;p2"/>
              <p:cNvGrpSpPr/>
              <p:nvPr/>
            </p:nvGrpSpPr>
            <p:grpSpPr>
              <a:xfrm>
                <a:off x="278245" y="-184325"/>
                <a:ext cx="2358228" cy="3336759"/>
                <a:chOff x="1181475" y="2041825"/>
                <a:chExt cx="620325" cy="877725"/>
              </a:xfrm>
            </p:grpSpPr>
            <p:sp>
              <p:nvSpPr>
                <p:cNvPr id="23" name="Google Shape;23;p2"/>
                <p:cNvSpPr/>
                <p:nvPr/>
              </p:nvSpPr>
              <p:spPr>
                <a:xfrm>
                  <a:off x="1185375" y="2377350"/>
                  <a:ext cx="119525" cy="119500"/>
                </a:xfrm>
                <a:custGeom>
                  <a:avLst/>
                  <a:gdLst/>
                  <a:ahLst/>
                  <a:cxnLst/>
                  <a:rect l="l" t="t" r="r" b="b"/>
                  <a:pathLst>
                    <a:path w="4781" h="4780" extrusionOk="0">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767500" y="2041825"/>
                  <a:ext cx="34300" cy="29425"/>
                </a:xfrm>
                <a:custGeom>
                  <a:avLst/>
                  <a:gdLst/>
                  <a:ahLst/>
                  <a:cxnLst/>
                  <a:rect l="l" t="t" r="r" b="b"/>
                  <a:pathLst>
                    <a:path w="1372" h="1177" extrusionOk="0">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181475" y="2060725"/>
                  <a:ext cx="600250" cy="858825"/>
                </a:xfrm>
                <a:custGeom>
                  <a:avLst/>
                  <a:gdLst/>
                  <a:ahLst/>
                  <a:cxnLst/>
                  <a:rect l="l" t="t" r="r" b="b"/>
                  <a:pathLst>
                    <a:path w="24010" h="34353" extrusionOk="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260925" y="2268575"/>
                  <a:ext cx="243200" cy="370575"/>
                </a:xfrm>
                <a:custGeom>
                  <a:avLst/>
                  <a:gdLst/>
                  <a:ahLst/>
                  <a:cxnLst/>
                  <a:rect l="l" t="t" r="r" b="b"/>
                  <a:pathLst>
                    <a:path w="9728" h="14823" extrusionOk="0">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194400" y="2571875"/>
                  <a:ext cx="129400" cy="204375"/>
                </a:xfrm>
                <a:custGeom>
                  <a:avLst/>
                  <a:gdLst/>
                  <a:ahLst/>
                  <a:cxnLst/>
                  <a:rect l="l" t="t" r="r" b="b"/>
                  <a:pathLst>
                    <a:path w="5176" h="8175" extrusionOk="0">
                      <a:moveTo>
                        <a:pt x="0" y="1"/>
                      </a:moveTo>
                      <a:lnTo>
                        <a:pt x="0" y="3087"/>
                      </a:lnTo>
                      <a:lnTo>
                        <a:pt x="5088" y="8175"/>
                      </a:lnTo>
                      <a:lnTo>
                        <a:pt x="5176" y="8087"/>
                      </a:lnTo>
                      <a:lnTo>
                        <a:pt x="124" y="3035"/>
                      </a:lnTo>
                      <a:lnTo>
                        <a:pt x="1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2"/>
              <p:cNvSpPr/>
              <p:nvPr/>
            </p:nvSpPr>
            <p:spPr>
              <a:xfrm>
                <a:off x="336260" y="3109317"/>
                <a:ext cx="130395" cy="111862"/>
              </a:xfrm>
              <a:custGeom>
                <a:avLst/>
                <a:gdLst/>
                <a:ahLst/>
                <a:cxnLst/>
                <a:rect l="l" t="t" r="r" b="b"/>
                <a:pathLst>
                  <a:path w="1372" h="1177" extrusionOk="0">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634700" y="-1073869"/>
            <a:ext cx="7542166" cy="7636641"/>
            <a:chOff x="5482300" y="-1150069"/>
            <a:chExt cx="7542166" cy="7636641"/>
          </a:xfrm>
        </p:grpSpPr>
        <p:sp>
          <p:nvSpPr>
            <p:cNvPr id="30" name="Google Shape;30;p2"/>
            <p:cNvSpPr/>
            <p:nvPr/>
          </p:nvSpPr>
          <p:spPr>
            <a:xfrm rot="10800000" flipH="1">
              <a:off x="6369828" y="-1150069"/>
              <a:ext cx="6654639" cy="7636641"/>
            </a:xfrm>
            <a:custGeom>
              <a:avLst/>
              <a:gdLst/>
              <a:ahLst/>
              <a:cxnLst/>
              <a:rect l="l" t="t" r="r" b="b"/>
              <a:pathLst>
                <a:path w="71832" h="82432" extrusionOk="0">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rot="10800000" flipH="1">
              <a:off x="6016263" y="1621720"/>
              <a:ext cx="2553081" cy="3705670"/>
              <a:chOff x="6769513" y="299393"/>
              <a:chExt cx="1308620" cy="1899525"/>
            </a:xfrm>
          </p:grpSpPr>
          <p:sp>
            <p:nvSpPr>
              <p:cNvPr id="32" name="Google Shape;32;p2"/>
              <p:cNvSpPr/>
              <p:nvPr/>
            </p:nvSpPr>
            <p:spPr>
              <a:xfrm>
                <a:off x="7817889" y="1007055"/>
                <a:ext cx="252070" cy="252070"/>
              </a:xfrm>
              <a:custGeom>
                <a:avLst/>
                <a:gdLst/>
                <a:ahLst/>
                <a:cxnLst/>
                <a:rect l="l" t="t" r="r" b="b"/>
                <a:pathLst>
                  <a:path w="4564" h="4564" extrusionOk="0">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983027" y="2137006"/>
                <a:ext cx="72351" cy="61913"/>
              </a:xfrm>
              <a:custGeom>
                <a:avLst/>
                <a:gdLst/>
                <a:ahLst/>
                <a:cxnLst/>
                <a:rect l="l" t="t" r="r" b="b"/>
                <a:pathLst>
                  <a:path w="1310" h="1121" extrusionOk="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769513" y="299393"/>
                <a:ext cx="61968" cy="61747"/>
              </a:xfrm>
              <a:custGeom>
                <a:avLst/>
                <a:gdLst/>
                <a:ahLst/>
                <a:cxnLst/>
                <a:rect l="l" t="t" r="r" b="b"/>
                <a:pathLst>
                  <a:path w="1122" h="1118" extrusionOk="0">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6811985" y="339214"/>
                <a:ext cx="1266148" cy="1811765"/>
              </a:xfrm>
              <a:custGeom>
                <a:avLst/>
                <a:gdLst/>
                <a:ahLst/>
                <a:cxnLst/>
                <a:rect l="l" t="t" r="r" b="b"/>
                <a:pathLst>
                  <a:path w="22925" h="32804" extrusionOk="0">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7397589" y="777575"/>
                <a:ext cx="512976" cy="781781"/>
              </a:xfrm>
              <a:custGeom>
                <a:avLst/>
                <a:gdLst/>
                <a:ahLst/>
                <a:cxnLst/>
                <a:rect l="l" t="t" r="r" b="b"/>
                <a:pathLst>
                  <a:path w="9288" h="14155" extrusionOk="0">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777847" y="1417359"/>
                <a:ext cx="273112" cy="431181"/>
              </a:xfrm>
              <a:custGeom>
                <a:avLst/>
                <a:gdLst/>
                <a:ahLst/>
                <a:cxnLst/>
                <a:rect l="l" t="t" r="r" b="b"/>
                <a:pathLst>
                  <a:path w="4945" h="7807" extrusionOk="0">
                    <a:moveTo>
                      <a:pt x="4824" y="1"/>
                    </a:moveTo>
                    <a:lnTo>
                      <a:pt x="4824" y="2899"/>
                    </a:lnTo>
                    <a:lnTo>
                      <a:pt x="1" y="7722"/>
                    </a:lnTo>
                    <a:lnTo>
                      <a:pt x="85" y="7806"/>
                    </a:lnTo>
                    <a:lnTo>
                      <a:pt x="4944" y="2951"/>
                    </a:lnTo>
                    <a:lnTo>
                      <a:pt x="49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2"/>
            <p:cNvSpPr/>
            <p:nvPr/>
          </p:nvSpPr>
          <p:spPr>
            <a:xfrm rot="10800000" flipH="1">
              <a:off x="8322117" y="3604890"/>
              <a:ext cx="1464987" cy="2586938"/>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2"/>
            <p:cNvGrpSpPr/>
            <p:nvPr/>
          </p:nvGrpSpPr>
          <p:grpSpPr>
            <a:xfrm flipH="1">
              <a:off x="5482300" y="4423789"/>
              <a:ext cx="827314" cy="410158"/>
              <a:chOff x="5989375" y="1843575"/>
              <a:chExt cx="136525" cy="67675"/>
            </a:xfrm>
          </p:grpSpPr>
          <p:sp>
            <p:nvSpPr>
              <p:cNvPr id="40" name="Google Shape;40;p2"/>
              <p:cNvSpPr/>
              <p:nvPr/>
            </p:nvSpPr>
            <p:spPr>
              <a:xfrm>
                <a:off x="6047225" y="1843575"/>
                <a:ext cx="20525" cy="20550"/>
              </a:xfrm>
              <a:custGeom>
                <a:avLst/>
                <a:gdLst/>
                <a:ahLst/>
                <a:cxnLst/>
                <a:rect l="l" t="t" r="r" b="b"/>
                <a:pathLst>
                  <a:path w="821" h="822" extrusionOk="0">
                    <a:moveTo>
                      <a:pt x="709" y="0"/>
                    </a:moveTo>
                    <a:lnTo>
                      <a:pt x="0" y="709"/>
                    </a:lnTo>
                    <a:lnTo>
                      <a:pt x="112" y="821"/>
                    </a:lnTo>
                    <a:lnTo>
                      <a:pt x="821" y="113"/>
                    </a:lnTo>
                    <a:lnTo>
                      <a:pt x="7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6047225" y="1843575"/>
                <a:ext cx="20525" cy="20550"/>
              </a:xfrm>
              <a:custGeom>
                <a:avLst/>
                <a:gdLst/>
                <a:ahLst/>
                <a:cxnLst/>
                <a:rect l="l" t="t" r="r" b="b"/>
                <a:pathLst>
                  <a:path w="821" h="822" extrusionOk="0">
                    <a:moveTo>
                      <a:pt x="112" y="0"/>
                    </a:moveTo>
                    <a:lnTo>
                      <a:pt x="0" y="113"/>
                    </a:lnTo>
                    <a:lnTo>
                      <a:pt x="709" y="821"/>
                    </a:lnTo>
                    <a:lnTo>
                      <a:pt x="821" y="709"/>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989475" y="1843675"/>
                <a:ext cx="20650" cy="20550"/>
              </a:xfrm>
              <a:custGeom>
                <a:avLst/>
                <a:gdLst/>
                <a:ahLst/>
                <a:cxnLst/>
                <a:rect l="l" t="t" r="r" b="b"/>
                <a:pathLst>
                  <a:path w="826" h="822" extrusionOk="0">
                    <a:moveTo>
                      <a:pt x="713" y="0"/>
                    </a:moveTo>
                    <a:lnTo>
                      <a:pt x="1" y="709"/>
                    </a:lnTo>
                    <a:lnTo>
                      <a:pt x="113" y="821"/>
                    </a:lnTo>
                    <a:lnTo>
                      <a:pt x="825" y="113"/>
                    </a:lnTo>
                    <a:lnTo>
                      <a:pt x="7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5989375" y="1843575"/>
                <a:ext cx="20650" cy="20550"/>
              </a:xfrm>
              <a:custGeom>
                <a:avLst/>
                <a:gdLst/>
                <a:ahLst/>
                <a:cxnLst/>
                <a:rect l="l" t="t" r="r" b="b"/>
                <a:pathLst>
                  <a:path w="826" h="822" extrusionOk="0">
                    <a:moveTo>
                      <a:pt x="117" y="0"/>
                    </a:moveTo>
                    <a:lnTo>
                      <a:pt x="1" y="113"/>
                    </a:lnTo>
                    <a:lnTo>
                      <a:pt x="713" y="821"/>
                    </a:lnTo>
                    <a:lnTo>
                      <a:pt x="825" y="709"/>
                    </a:lnTo>
                    <a:lnTo>
                      <a:pt x="1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6105350" y="1890600"/>
                <a:ext cx="20550" cy="20650"/>
              </a:xfrm>
              <a:custGeom>
                <a:avLst/>
                <a:gdLst/>
                <a:ahLst/>
                <a:cxnLst/>
                <a:rect l="l" t="t" r="r" b="b"/>
                <a:pathLst>
                  <a:path w="822" h="826" extrusionOk="0">
                    <a:moveTo>
                      <a:pt x="709" y="1"/>
                    </a:moveTo>
                    <a:lnTo>
                      <a:pt x="1" y="713"/>
                    </a:lnTo>
                    <a:lnTo>
                      <a:pt x="113" y="825"/>
                    </a:lnTo>
                    <a:lnTo>
                      <a:pt x="821" y="113"/>
                    </a:lnTo>
                    <a:lnTo>
                      <a:pt x="70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6105350" y="1890600"/>
                <a:ext cx="20550" cy="20650"/>
              </a:xfrm>
              <a:custGeom>
                <a:avLst/>
                <a:gdLst/>
                <a:ahLst/>
                <a:cxnLst/>
                <a:rect l="l" t="t" r="r" b="b"/>
                <a:pathLst>
                  <a:path w="822" h="826" extrusionOk="0">
                    <a:moveTo>
                      <a:pt x="113" y="1"/>
                    </a:moveTo>
                    <a:lnTo>
                      <a:pt x="1" y="113"/>
                    </a:lnTo>
                    <a:lnTo>
                      <a:pt x="709" y="825"/>
                    </a:lnTo>
                    <a:lnTo>
                      <a:pt x="821" y="709"/>
                    </a:lnTo>
                    <a:lnTo>
                      <a:pt x="1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6047525" y="1890600"/>
                <a:ext cx="20625" cy="20650"/>
              </a:xfrm>
              <a:custGeom>
                <a:avLst/>
                <a:gdLst/>
                <a:ahLst/>
                <a:cxnLst/>
                <a:rect l="l" t="t" r="r" b="b"/>
                <a:pathLst>
                  <a:path w="825" h="826" extrusionOk="0">
                    <a:moveTo>
                      <a:pt x="713" y="1"/>
                    </a:moveTo>
                    <a:lnTo>
                      <a:pt x="0" y="709"/>
                    </a:lnTo>
                    <a:lnTo>
                      <a:pt x="116" y="825"/>
                    </a:lnTo>
                    <a:lnTo>
                      <a:pt x="825" y="113"/>
                    </a:lnTo>
                    <a:lnTo>
                      <a:pt x="7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6047525" y="1890600"/>
                <a:ext cx="20625" cy="20650"/>
              </a:xfrm>
              <a:custGeom>
                <a:avLst/>
                <a:gdLst/>
                <a:ahLst/>
                <a:cxnLst/>
                <a:rect l="l" t="t" r="r" b="b"/>
                <a:pathLst>
                  <a:path w="825" h="826" extrusionOk="0">
                    <a:moveTo>
                      <a:pt x="112" y="1"/>
                    </a:moveTo>
                    <a:lnTo>
                      <a:pt x="0" y="113"/>
                    </a:lnTo>
                    <a:lnTo>
                      <a:pt x="713" y="825"/>
                    </a:lnTo>
                    <a:lnTo>
                      <a:pt x="825" y="70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 name="Google Shape;48;p2"/>
            <p:cNvSpPr/>
            <p:nvPr/>
          </p:nvSpPr>
          <p:spPr>
            <a:xfrm rot="10800000" flipH="1">
              <a:off x="7424539" y="4645063"/>
              <a:ext cx="727773" cy="727773"/>
            </a:xfrm>
            <a:custGeom>
              <a:avLst/>
              <a:gdLst/>
              <a:ahLst/>
              <a:cxnLst/>
              <a:rect l="l" t="t" r="r" b="b"/>
              <a:pathLst>
                <a:path w="9936" h="9936" fill="none" extrusionOk="0">
                  <a:moveTo>
                    <a:pt x="8170" y="1770"/>
                  </a:moveTo>
                  <a:cubicBezTo>
                    <a:pt x="9936" y="3535"/>
                    <a:pt x="9936" y="6401"/>
                    <a:pt x="8170" y="8170"/>
                  </a:cubicBezTo>
                  <a:cubicBezTo>
                    <a:pt x="6401" y="9935"/>
                    <a:pt x="3535" y="9935"/>
                    <a:pt x="1770" y="8170"/>
                  </a:cubicBezTo>
                  <a:cubicBezTo>
                    <a:pt x="1" y="6401"/>
                    <a:pt x="1" y="3535"/>
                    <a:pt x="1770" y="1770"/>
                  </a:cubicBezTo>
                  <a:cubicBezTo>
                    <a:pt x="3535" y="0"/>
                    <a:pt x="6401" y="0"/>
                    <a:pt x="8170" y="1770"/>
                  </a:cubicBezTo>
                  <a:close/>
                </a:path>
              </a:pathLst>
            </a:custGeom>
            <a:noFill/>
            <a:ln w="19050" cap="flat" cmpd="sng">
              <a:solidFill>
                <a:schemeClr val="dk2"/>
              </a:solidFill>
              <a:prstDash val="solid"/>
              <a:miter lim="40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9;p2"/>
          <p:cNvSpPr txBox="1">
            <a:spLocks noGrp="1"/>
          </p:cNvSpPr>
          <p:nvPr>
            <p:ph type="ctrTitle"/>
          </p:nvPr>
        </p:nvSpPr>
        <p:spPr>
          <a:xfrm>
            <a:off x="1296163" y="1263600"/>
            <a:ext cx="6551700" cy="215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500"/>
              <a:buNone/>
              <a:defRPr sz="46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50" name="Google Shape;50;p2"/>
          <p:cNvSpPr txBox="1">
            <a:spLocks noGrp="1"/>
          </p:cNvSpPr>
          <p:nvPr>
            <p:ph type="subTitle" idx="1"/>
          </p:nvPr>
        </p:nvSpPr>
        <p:spPr>
          <a:xfrm>
            <a:off x="1296138" y="3416400"/>
            <a:ext cx="6551700" cy="463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500"/>
              <a:buNone/>
              <a:defRPr sz="18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1"/>
        <p:cNvGrpSpPr/>
        <p:nvPr/>
      </p:nvGrpSpPr>
      <p:grpSpPr>
        <a:xfrm>
          <a:off x="0" y="0"/>
          <a:ext cx="0" cy="0"/>
          <a:chOff x="0" y="0"/>
          <a:chExt cx="0" cy="0"/>
        </a:xfrm>
      </p:grpSpPr>
      <p:grpSp>
        <p:nvGrpSpPr>
          <p:cNvPr id="52" name="Google Shape;52;p3"/>
          <p:cNvGrpSpPr/>
          <p:nvPr/>
        </p:nvGrpSpPr>
        <p:grpSpPr>
          <a:xfrm>
            <a:off x="-1373076" y="-1209900"/>
            <a:ext cx="11890152" cy="7563299"/>
            <a:chOff x="-1373076" y="-1366629"/>
            <a:chExt cx="11890152" cy="7563299"/>
          </a:xfrm>
        </p:grpSpPr>
        <p:sp>
          <p:nvSpPr>
            <p:cNvPr id="53" name="Google Shape;53;p3"/>
            <p:cNvSpPr/>
            <p:nvPr/>
          </p:nvSpPr>
          <p:spPr>
            <a:xfrm flipH="1">
              <a:off x="7225808" y="-184949"/>
              <a:ext cx="2698418" cy="1592456"/>
            </a:xfrm>
            <a:custGeom>
              <a:avLst/>
              <a:gdLst/>
              <a:ahLst/>
              <a:cxnLst/>
              <a:rect l="l" t="t" r="r" b="b"/>
              <a:pathLst>
                <a:path w="22289" h="13154" extrusionOk="0">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 name="Google Shape;54;p3"/>
            <p:cNvGrpSpPr/>
            <p:nvPr/>
          </p:nvGrpSpPr>
          <p:grpSpPr>
            <a:xfrm>
              <a:off x="5467203" y="316173"/>
              <a:ext cx="5049873" cy="5880497"/>
              <a:chOff x="5462123" y="316173"/>
              <a:chExt cx="5049873" cy="5880497"/>
            </a:xfrm>
          </p:grpSpPr>
          <p:sp>
            <p:nvSpPr>
              <p:cNvPr id="55" name="Google Shape;55;p3"/>
              <p:cNvSpPr/>
              <p:nvPr/>
            </p:nvSpPr>
            <p:spPr>
              <a:xfrm>
                <a:off x="6129588" y="3610364"/>
                <a:ext cx="4382407" cy="2586307"/>
              </a:xfrm>
              <a:custGeom>
                <a:avLst/>
                <a:gdLst/>
                <a:ahLst/>
                <a:cxnLst/>
                <a:rect l="l" t="t" r="r" b="b"/>
                <a:pathLst>
                  <a:path w="22289" h="13154" extrusionOk="0">
                    <a:moveTo>
                      <a:pt x="17041" y="1"/>
                    </a:moveTo>
                    <a:lnTo>
                      <a:pt x="12718" y="4324"/>
                    </a:lnTo>
                    <a:lnTo>
                      <a:pt x="8779" y="4324"/>
                    </a:lnTo>
                    <a:lnTo>
                      <a:pt x="1" y="13102"/>
                    </a:lnTo>
                    <a:lnTo>
                      <a:pt x="8231" y="13154"/>
                    </a:lnTo>
                    <a:lnTo>
                      <a:pt x="10773" y="10612"/>
                    </a:lnTo>
                    <a:lnTo>
                      <a:pt x="11677" y="10612"/>
                    </a:lnTo>
                    <a:lnTo>
                      <a:pt x="222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 name="Google Shape;56;p3"/>
              <p:cNvGrpSpPr/>
              <p:nvPr/>
            </p:nvGrpSpPr>
            <p:grpSpPr>
              <a:xfrm>
                <a:off x="5462123" y="316173"/>
                <a:ext cx="3851865" cy="5347559"/>
                <a:chOff x="4825133" y="589757"/>
                <a:chExt cx="3851865" cy="5347559"/>
              </a:xfrm>
            </p:grpSpPr>
            <p:sp>
              <p:nvSpPr>
                <p:cNvPr id="57" name="Google Shape;57;p3"/>
                <p:cNvSpPr/>
                <p:nvPr/>
              </p:nvSpPr>
              <p:spPr>
                <a:xfrm>
                  <a:off x="4908115" y="679122"/>
                  <a:ext cx="3676746" cy="5123054"/>
                </a:xfrm>
                <a:custGeom>
                  <a:avLst/>
                  <a:gdLst/>
                  <a:ahLst/>
                  <a:cxnLst/>
                  <a:rect l="l" t="t" r="r" b="b"/>
                  <a:pathLst>
                    <a:path w="43776" h="60996" extrusionOk="0">
                      <a:moveTo>
                        <a:pt x="43432" y="1"/>
                      </a:moveTo>
                      <a:lnTo>
                        <a:pt x="33665" y="9768"/>
                      </a:lnTo>
                      <a:lnTo>
                        <a:pt x="33665" y="36891"/>
                      </a:lnTo>
                      <a:lnTo>
                        <a:pt x="20804" y="49752"/>
                      </a:lnTo>
                      <a:lnTo>
                        <a:pt x="1" y="49752"/>
                      </a:lnTo>
                      <a:lnTo>
                        <a:pt x="1" y="60996"/>
                      </a:lnTo>
                      <a:lnTo>
                        <a:pt x="489" y="60996"/>
                      </a:lnTo>
                      <a:lnTo>
                        <a:pt x="489" y="50240"/>
                      </a:lnTo>
                      <a:lnTo>
                        <a:pt x="21004" y="50240"/>
                      </a:lnTo>
                      <a:lnTo>
                        <a:pt x="21076" y="50168"/>
                      </a:lnTo>
                      <a:lnTo>
                        <a:pt x="34153" y="37091"/>
                      </a:lnTo>
                      <a:lnTo>
                        <a:pt x="34153" y="9972"/>
                      </a:lnTo>
                      <a:lnTo>
                        <a:pt x="43776" y="345"/>
                      </a:lnTo>
                      <a:lnTo>
                        <a:pt x="434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6907161" y="4010501"/>
                  <a:ext cx="633201" cy="633201"/>
                </a:xfrm>
                <a:custGeom>
                  <a:avLst/>
                  <a:gdLst/>
                  <a:ahLst/>
                  <a:cxnLst/>
                  <a:rect l="l" t="t" r="r" b="b"/>
                  <a:pathLst>
                    <a:path w="7539" h="7539" extrusionOk="0">
                      <a:moveTo>
                        <a:pt x="5389" y="1"/>
                      </a:moveTo>
                      <a:lnTo>
                        <a:pt x="2695" y="2699"/>
                      </a:lnTo>
                      <a:lnTo>
                        <a:pt x="1" y="5393"/>
                      </a:lnTo>
                      <a:lnTo>
                        <a:pt x="1" y="7538"/>
                      </a:lnTo>
                      <a:lnTo>
                        <a:pt x="3767" y="3771"/>
                      </a:lnTo>
                      <a:lnTo>
                        <a:pt x="7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4825133" y="5781599"/>
                  <a:ext cx="181250" cy="155717"/>
                </a:xfrm>
                <a:custGeom>
                  <a:avLst/>
                  <a:gdLst/>
                  <a:ahLst/>
                  <a:cxnLst/>
                  <a:rect l="l" t="t" r="r" b="b"/>
                  <a:pathLst>
                    <a:path w="2158" h="1854" extrusionOk="0">
                      <a:moveTo>
                        <a:pt x="1231" y="490"/>
                      </a:moveTo>
                      <a:cubicBezTo>
                        <a:pt x="1455" y="490"/>
                        <a:pt x="1669" y="663"/>
                        <a:pt x="1669" y="925"/>
                      </a:cubicBezTo>
                      <a:cubicBezTo>
                        <a:pt x="1669" y="1165"/>
                        <a:pt x="1477" y="1362"/>
                        <a:pt x="1237" y="1362"/>
                      </a:cubicBezTo>
                      <a:cubicBezTo>
                        <a:pt x="845" y="1362"/>
                        <a:pt x="653" y="893"/>
                        <a:pt x="925" y="617"/>
                      </a:cubicBezTo>
                      <a:cubicBezTo>
                        <a:pt x="1014" y="529"/>
                        <a:pt x="1124" y="490"/>
                        <a:pt x="1231" y="490"/>
                      </a:cubicBezTo>
                      <a:close/>
                      <a:moveTo>
                        <a:pt x="1237" y="1"/>
                      </a:moveTo>
                      <a:cubicBezTo>
                        <a:pt x="413" y="1"/>
                        <a:pt x="0" y="997"/>
                        <a:pt x="581" y="1582"/>
                      </a:cubicBezTo>
                      <a:cubicBezTo>
                        <a:pt x="769" y="1769"/>
                        <a:pt x="1001" y="1853"/>
                        <a:pt x="1227" y="1853"/>
                      </a:cubicBezTo>
                      <a:cubicBezTo>
                        <a:pt x="1703" y="1853"/>
                        <a:pt x="2158" y="1484"/>
                        <a:pt x="2158" y="925"/>
                      </a:cubicBezTo>
                      <a:cubicBezTo>
                        <a:pt x="2158" y="417"/>
                        <a:pt x="1745" y="5"/>
                        <a:pt x="12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8495412" y="589757"/>
                  <a:ext cx="181586" cy="155298"/>
                </a:xfrm>
                <a:custGeom>
                  <a:avLst/>
                  <a:gdLst/>
                  <a:ahLst/>
                  <a:cxnLst/>
                  <a:rect l="l" t="t" r="r" b="b"/>
                  <a:pathLst>
                    <a:path w="2162" h="1849" extrusionOk="0">
                      <a:moveTo>
                        <a:pt x="1233" y="485"/>
                      </a:moveTo>
                      <a:cubicBezTo>
                        <a:pt x="1457" y="485"/>
                        <a:pt x="1673" y="658"/>
                        <a:pt x="1673" y="921"/>
                      </a:cubicBezTo>
                      <a:cubicBezTo>
                        <a:pt x="1673" y="1165"/>
                        <a:pt x="1477" y="1357"/>
                        <a:pt x="1237" y="1357"/>
                      </a:cubicBezTo>
                      <a:cubicBezTo>
                        <a:pt x="849" y="1357"/>
                        <a:pt x="653" y="889"/>
                        <a:pt x="929" y="613"/>
                      </a:cubicBezTo>
                      <a:cubicBezTo>
                        <a:pt x="1017" y="525"/>
                        <a:pt x="1126" y="485"/>
                        <a:pt x="1233" y="485"/>
                      </a:cubicBezTo>
                      <a:close/>
                      <a:moveTo>
                        <a:pt x="1237" y="0"/>
                      </a:moveTo>
                      <a:cubicBezTo>
                        <a:pt x="412" y="0"/>
                        <a:pt x="0" y="993"/>
                        <a:pt x="585" y="1577"/>
                      </a:cubicBezTo>
                      <a:cubicBezTo>
                        <a:pt x="772" y="1765"/>
                        <a:pt x="1003" y="1849"/>
                        <a:pt x="1229" y="1849"/>
                      </a:cubicBezTo>
                      <a:cubicBezTo>
                        <a:pt x="1705" y="1849"/>
                        <a:pt x="2162" y="1479"/>
                        <a:pt x="2162" y="921"/>
                      </a:cubicBezTo>
                      <a:cubicBezTo>
                        <a:pt x="2158" y="412"/>
                        <a:pt x="1745" y="0"/>
                        <a:pt x="12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4922981" y="4878622"/>
                  <a:ext cx="948499" cy="556770"/>
                </a:xfrm>
                <a:custGeom>
                  <a:avLst/>
                  <a:gdLst/>
                  <a:ahLst/>
                  <a:cxnLst/>
                  <a:rect l="l" t="t" r="r" b="b"/>
                  <a:pathLst>
                    <a:path w="11293" h="6629" extrusionOk="0">
                      <a:moveTo>
                        <a:pt x="11152" y="0"/>
                      </a:moveTo>
                      <a:lnTo>
                        <a:pt x="8026" y="3126"/>
                      </a:lnTo>
                      <a:lnTo>
                        <a:pt x="3362" y="3126"/>
                      </a:lnTo>
                      <a:lnTo>
                        <a:pt x="0" y="6493"/>
                      </a:lnTo>
                      <a:lnTo>
                        <a:pt x="140" y="6629"/>
                      </a:lnTo>
                      <a:lnTo>
                        <a:pt x="3447" y="3322"/>
                      </a:lnTo>
                      <a:lnTo>
                        <a:pt x="8106" y="3322"/>
                      </a:lnTo>
                      <a:lnTo>
                        <a:pt x="11292" y="136"/>
                      </a:lnTo>
                      <a:lnTo>
                        <a:pt x="11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2" name="Google Shape;62;p3"/>
            <p:cNvSpPr/>
            <p:nvPr/>
          </p:nvSpPr>
          <p:spPr>
            <a:xfrm flipH="1">
              <a:off x="-880479" y="4202588"/>
              <a:ext cx="2494083" cy="1471900"/>
            </a:xfrm>
            <a:custGeom>
              <a:avLst/>
              <a:gdLst/>
              <a:ahLst/>
              <a:cxnLst/>
              <a:rect l="l" t="t" r="r" b="b"/>
              <a:pathLst>
                <a:path w="22289" h="13154" extrusionOk="0">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1311941" y="-578758"/>
              <a:ext cx="4078254" cy="2696967"/>
            </a:xfrm>
            <a:custGeom>
              <a:avLst/>
              <a:gdLst/>
              <a:ahLst/>
              <a:cxnLst/>
              <a:rect l="l" t="t" r="r" b="b"/>
              <a:pathLst>
                <a:path w="31143" h="20595" extrusionOk="0">
                  <a:moveTo>
                    <a:pt x="21964" y="0"/>
                  </a:moveTo>
                  <a:lnTo>
                    <a:pt x="14323" y="7641"/>
                  </a:lnTo>
                  <a:lnTo>
                    <a:pt x="11457" y="7641"/>
                  </a:lnTo>
                  <a:lnTo>
                    <a:pt x="5905" y="13193"/>
                  </a:lnTo>
                  <a:lnTo>
                    <a:pt x="5905" y="14690"/>
                  </a:lnTo>
                  <a:lnTo>
                    <a:pt x="1" y="20595"/>
                  </a:lnTo>
                  <a:lnTo>
                    <a:pt x="8835" y="20595"/>
                  </a:lnTo>
                  <a:lnTo>
                    <a:pt x="18254" y="11176"/>
                  </a:lnTo>
                  <a:lnTo>
                    <a:pt x="22441" y="11176"/>
                  </a:lnTo>
                  <a:lnTo>
                    <a:pt x="27768" y="5848"/>
                  </a:lnTo>
                  <a:lnTo>
                    <a:pt x="27768" y="3374"/>
                  </a:lnTo>
                  <a:lnTo>
                    <a:pt x="311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 name="Google Shape;64;p3"/>
            <p:cNvGrpSpPr/>
            <p:nvPr/>
          </p:nvGrpSpPr>
          <p:grpSpPr>
            <a:xfrm flipH="1">
              <a:off x="1274215" y="4295411"/>
              <a:ext cx="647437" cy="321825"/>
              <a:chOff x="7990044" y="3252744"/>
              <a:chExt cx="516874" cy="256925"/>
            </a:xfrm>
          </p:grpSpPr>
          <p:sp>
            <p:nvSpPr>
              <p:cNvPr id="65" name="Google Shape;65;p3"/>
              <p:cNvSpPr/>
              <p:nvPr/>
            </p:nvSpPr>
            <p:spPr>
              <a:xfrm>
                <a:off x="8208922" y="3431894"/>
                <a:ext cx="78111" cy="77775"/>
              </a:xfrm>
              <a:custGeom>
                <a:avLst/>
                <a:gdLst/>
                <a:ahLst/>
                <a:cxnLst/>
                <a:rect l="l" t="t" r="r" b="b"/>
                <a:pathLst>
                  <a:path w="930" h="926" extrusionOk="0">
                    <a:moveTo>
                      <a:pt x="129" y="1"/>
                    </a:moveTo>
                    <a:lnTo>
                      <a:pt x="1" y="125"/>
                    </a:lnTo>
                    <a:lnTo>
                      <a:pt x="801" y="926"/>
                    </a:lnTo>
                    <a:lnTo>
                      <a:pt x="929" y="798"/>
                    </a:lnTo>
                    <a:lnTo>
                      <a:pt x="1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208922" y="3431558"/>
                <a:ext cx="77775" cy="77775"/>
              </a:xfrm>
              <a:custGeom>
                <a:avLst/>
                <a:gdLst/>
                <a:ahLst/>
                <a:cxnLst/>
                <a:rect l="l" t="t" r="r" b="b"/>
                <a:pathLst>
                  <a:path w="926" h="926" extrusionOk="0">
                    <a:moveTo>
                      <a:pt x="801" y="1"/>
                    </a:moveTo>
                    <a:lnTo>
                      <a:pt x="1" y="798"/>
                    </a:lnTo>
                    <a:lnTo>
                      <a:pt x="125" y="926"/>
                    </a:lnTo>
                    <a:lnTo>
                      <a:pt x="925" y="125"/>
                    </a:lnTo>
                    <a:lnTo>
                      <a:pt x="8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7990044" y="3431894"/>
                <a:ext cx="78111" cy="77775"/>
              </a:xfrm>
              <a:custGeom>
                <a:avLst/>
                <a:gdLst/>
                <a:ahLst/>
                <a:cxnLst/>
                <a:rect l="l" t="t" r="r" b="b"/>
                <a:pathLst>
                  <a:path w="930" h="926" extrusionOk="0">
                    <a:moveTo>
                      <a:pt x="129" y="1"/>
                    </a:moveTo>
                    <a:lnTo>
                      <a:pt x="1" y="125"/>
                    </a:lnTo>
                    <a:lnTo>
                      <a:pt x="801" y="926"/>
                    </a:lnTo>
                    <a:lnTo>
                      <a:pt x="930" y="798"/>
                    </a:lnTo>
                    <a:lnTo>
                      <a:pt x="1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7990044" y="3431558"/>
                <a:ext cx="77775" cy="77775"/>
              </a:xfrm>
              <a:custGeom>
                <a:avLst/>
                <a:gdLst/>
                <a:ahLst/>
                <a:cxnLst/>
                <a:rect l="l" t="t" r="r" b="b"/>
                <a:pathLst>
                  <a:path w="926" h="926" extrusionOk="0">
                    <a:moveTo>
                      <a:pt x="801" y="1"/>
                    </a:moveTo>
                    <a:lnTo>
                      <a:pt x="1" y="798"/>
                    </a:lnTo>
                    <a:lnTo>
                      <a:pt x="129" y="926"/>
                    </a:lnTo>
                    <a:lnTo>
                      <a:pt x="926" y="125"/>
                    </a:lnTo>
                    <a:lnTo>
                      <a:pt x="8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8428808" y="3252744"/>
                <a:ext cx="78111" cy="78111"/>
              </a:xfrm>
              <a:custGeom>
                <a:avLst/>
                <a:gdLst/>
                <a:ahLst/>
                <a:cxnLst/>
                <a:rect l="l" t="t" r="r" b="b"/>
                <a:pathLst>
                  <a:path w="930" h="930" extrusionOk="0">
                    <a:moveTo>
                      <a:pt x="129" y="0"/>
                    </a:moveTo>
                    <a:lnTo>
                      <a:pt x="1" y="129"/>
                    </a:lnTo>
                    <a:lnTo>
                      <a:pt x="801" y="929"/>
                    </a:lnTo>
                    <a:lnTo>
                      <a:pt x="929" y="801"/>
                    </a:lnTo>
                    <a:lnTo>
                      <a:pt x="12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8429144" y="3253080"/>
                <a:ext cx="77775" cy="78111"/>
              </a:xfrm>
              <a:custGeom>
                <a:avLst/>
                <a:gdLst/>
                <a:ahLst/>
                <a:cxnLst/>
                <a:rect l="l" t="t" r="r" b="b"/>
                <a:pathLst>
                  <a:path w="926" h="930" extrusionOk="0">
                    <a:moveTo>
                      <a:pt x="797" y="0"/>
                    </a:moveTo>
                    <a:lnTo>
                      <a:pt x="1" y="801"/>
                    </a:lnTo>
                    <a:lnTo>
                      <a:pt x="125" y="929"/>
                    </a:lnTo>
                    <a:lnTo>
                      <a:pt x="925" y="129"/>
                    </a:lnTo>
                    <a:lnTo>
                      <a:pt x="7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a:off x="8209930" y="3252744"/>
                <a:ext cx="78111" cy="78111"/>
              </a:xfrm>
              <a:custGeom>
                <a:avLst/>
                <a:gdLst/>
                <a:ahLst/>
                <a:cxnLst/>
                <a:rect l="l" t="t" r="r" b="b"/>
                <a:pathLst>
                  <a:path w="930" h="930" extrusionOk="0">
                    <a:moveTo>
                      <a:pt x="129" y="0"/>
                    </a:moveTo>
                    <a:lnTo>
                      <a:pt x="1" y="129"/>
                    </a:lnTo>
                    <a:lnTo>
                      <a:pt x="801" y="929"/>
                    </a:lnTo>
                    <a:lnTo>
                      <a:pt x="929" y="801"/>
                    </a:lnTo>
                    <a:lnTo>
                      <a:pt x="12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210266" y="3253080"/>
                <a:ext cx="77775" cy="78111"/>
              </a:xfrm>
              <a:custGeom>
                <a:avLst/>
                <a:gdLst/>
                <a:ahLst/>
                <a:cxnLst/>
                <a:rect l="l" t="t" r="r" b="b"/>
                <a:pathLst>
                  <a:path w="926" h="930" extrusionOk="0">
                    <a:moveTo>
                      <a:pt x="801" y="0"/>
                    </a:moveTo>
                    <a:lnTo>
                      <a:pt x="1" y="801"/>
                    </a:lnTo>
                    <a:lnTo>
                      <a:pt x="125" y="929"/>
                    </a:lnTo>
                    <a:lnTo>
                      <a:pt x="925" y="129"/>
                    </a:lnTo>
                    <a:lnTo>
                      <a:pt x="8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 name="Google Shape;73;p3"/>
            <p:cNvGrpSpPr/>
            <p:nvPr/>
          </p:nvGrpSpPr>
          <p:grpSpPr>
            <a:xfrm>
              <a:off x="175385" y="-1366629"/>
              <a:ext cx="3039353" cy="3203144"/>
              <a:chOff x="7797455" y="1505164"/>
              <a:chExt cx="3773251" cy="3976591"/>
            </a:xfrm>
          </p:grpSpPr>
          <p:sp>
            <p:nvSpPr>
              <p:cNvPr id="74" name="Google Shape;74;p3"/>
              <p:cNvSpPr/>
              <p:nvPr/>
            </p:nvSpPr>
            <p:spPr>
              <a:xfrm>
                <a:off x="11404490" y="1966101"/>
                <a:ext cx="75759" cy="531321"/>
              </a:xfrm>
              <a:custGeom>
                <a:avLst/>
                <a:gdLst/>
                <a:ahLst/>
                <a:cxnLst/>
                <a:rect l="l" t="t" r="r" b="b"/>
                <a:pathLst>
                  <a:path w="902" h="6326" extrusionOk="0">
                    <a:moveTo>
                      <a:pt x="901" y="1"/>
                    </a:moveTo>
                    <a:lnTo>
                      <a:pt x="1" y="901"/>
                    </a:lnTo>
                    <a:lnTo>
                      <a:pt x="1" y="3163"/>
                    </a:lnTo>
                    <a:lnTo>
                      <a:pt x="1" y="5424"/>
                    </a:lnTo>
                    <a:lnTo>
                      <a:pt x="901" y="6325"/>
                    </a:lnTo>
                    <a:lnTo>
                      <a:pt x="901" y="3163"/>
                    </a:lnTo>
                    <a:lnTo>
                      <a:pt x="9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507171" y="4423732"/>
                <a:ext cx="375603" cy="375939"/>
              </a:xfrm>
              <a:custGeom>
                <a:avLst/>
                <a:gdLst/>
                <a:ahLst/>
                <a:cxnLst/>
                <a:rect l="l" t="t" r="r" b="b"/>
                <a:pathLst>
                  <a:path w="4472" h="4476" extrusionOk="0">
                    <a:moveTo>
                      <a:pt x="4471" y="0"/>
                    </a:moveTo>
                    <a:lnTo>
                      <a:pt x="2234" y="2238"/>
                    </a:lnTo>
                    <a:lnTo>
                      <a:pt x="0" y="4475"/>
                    </a:lnTo>
                    <a:lnTo>
                      <a:pt x="1273" y="4475"/>
                    </a:lnTo>
                    <a:lnTo>
                      <a:pt x="2870" y="2874"/>
                    </a:lnTo>
                    <a:lnTo>
                      <a:pt x="4471" y="1273"/>
                    </a:lnTo>
                    <a:lnTo>
                      <a:pt x="44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7797455" y="5326373"/>
                <a:ext cx="181250" cy="155382"/>
              </a:xfrm>
              <a:custGeom>
                <a:avLst/>
                <a:gdLst/>
                <a:ahLst/>
                <a:cxnLst/>
                <a:rect l="l" t="t" r="r" b="b"/>
                <a:pathLst>
                  <a:path w="2158" h="1850" extrusionOk="0">
                    <a:moveTo>
                      <a:pt x="1231" y="488"/>
                    </a:moveTo>
                    <a:cubicBezTo>
                      <a:pt x="1455" y="488"/>
                      <a:pt x="1669" y="663"/>
                      <a:pt x="1669" y="925"/>
                    </a:cubicBezTo>
                    <a:cubicBezTo>
                      <a:pt x="1669" y="1166"/>
                      <a:pt x="1473" y="1362"/>
                      <a:pt x="1233" y="1362"/>
                    </a:cubicBezTo>
                    <a:cubicBezTo>
                      <a:pt x="845" y="1358"/>
                      <a:pt x="653" y="889"/>
                      <a:pt x="925" y="617"/>
                    </a:cubicBezTo>
                    <a:cubicBezTo>
                      <a:pt x="1014" y="528"/>
                      <a:pt x="1124" y="488"/>
                      <a:pt x="1231" y="488"/>
                    </a:cubicBezTo>
                    <a:close/>
                    <a:moveTo>
                      <a:pt x="1233" y="1"/>
                    </a:moveTo>
                    <a:cubicBezTo>
                      <a:pt x="413" y="1"/>
                      <a:pt x="0" y="998"/>
                      <a:pt x="581" y="1578"/>
                    </a:cubicBezTo>
                    <a:cubicBezTo>
                      <a:pt x="768" y="1765"/>
                      <a:pt x="999" y="1849"/>
                      <a:pt x="1226" y="1849"/>
                    </a:cubicBezTo>
                    <a:cubicBezTo>
                      <a:pt x="1701" y="1849"/>
                      <a:pt x="2158" y="1481"/>
                      <a:pt x="2158" y="925"/>
                    </a:cubicBezTo>
                    <a:cubicBezTo>
                      <a:pt x="2158" y="413"/>
                      <a:pt x="1746" y="1"/>
                      <a:pt x="12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11389036" y="1505164"/>
                <a:ext cx="181670" cy="155382"/>
              </a:xfrm>
              <a:custGeom>
                <a:avLst/>
                <a:gdLst/>
                <a:ahLst/>
                <a:cxnLst/>
                <a:rect l="l" t="t" r="r" b="b"/>
                <a:pathLst>
                  <a:path w="2163" h="1850" extrusionOk="0">
                    <a:moveTo>
                      <a:pt x="1233" y="488"/>
                    </a:moveTo>
                    <a:cubicBezTo>
                      <a:pt x="1457" y="488"/>
                      <a:pt x="1674" y="663"/>
                      <a:pt x="1674" y="925"/>
                    </a:cubicBezTo>
                    <a:cubicBezTo>
                      <a:pt x="1674" y="1166"/>
                      <a:pt x="1478" y="1358"/>
                      <a:pt x="1237" y="1362"/>
                    </a:cubicBezTo>
                    <a:cubicBezTo>
                      <a:pt x="849" y="1362"/>
                      <a:pt x="653" y="889"/>
                      <a:pt x="929" y="617"/>
                    </a:cubicBezTo>
                    <a:cubicBezTo>
                      <a:pt x="1017" y="528"/>
                      <a:pt x="1126" y="488"/>
                      <a:pt x="1233" y="488"/>
                    </a:cubicBezTo>
                    <a:close/>
                    <a:moveTo>
                      <a:pt x="1237" y="1"/>
                    </a:moveTo>
                    <a:cubicBezTo>
                      <a:pt x="413" y="1"/>
                      <a:pt x="1" y="998"/>
                      <a:pt x="585" y="1578"/>
                    </a:cubicBezTo>
                    <a:cubicBezTo>
                      <a:pt x="772" y="1765"/>
                      <a:pt x="1003" y="1849"/>
                      <a:pt x="1230" y="1849"/>
                    </a:cubicBezTo>
                    <a:cubicBezTo>
                      <a:pt x="1705" y="1849"/>
                      <a:pt x="2162" y="1481"/>
                      <a:pt x="2162" y="925"/>
                    </a:cubicBezTo>
                    <a:cubicBezTo>
                      <a:pt x="2162" y="413"/>
                      <a:pt x="1746" y="1"/>
                      <a:pt x="12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7919157" y="1639968"/>
                <a:ext cx="3594352" cy="3738983"/>
              </a:xfrm>
              <a:custGeom>
                <a:avLst/>
                <a:gdLst/>
                <a:ahLst/>
                <a:cxnLst/>
                <a:rect l="l" t="t" r="r" b="b"/>
                <a:pathLst>
                  <a:path w="42795" h="44517" extrusionOk="0">
                    <a:moveTo>
                      <a:pt x="42306" y="1"/>
                    </a:moveTo>
                    <a:lnTo>
                      <a:pt x="42306" y="12025"/>
                    </a:lnTo>
                    <a:lnTo>
                      <a:pt x="23925" y="30406"/>
                    </a:lnTo>
                    <a:lnTo>
                      <a:pt x="13762" y="30406"/>
                    </a:lnTo>
                    <a:lnTo>
                      <a:pt x="13690" y="30478"/>
                    </a:lnTo>
                    <a:lnTo>
                      <a:pt x="0" y="44172"/>
                    </a:lnTo>
                    <a:lnTo>
                      <a:pt x="345" y="44516"/>
                    </a:lnTo>
                    <a:lnTo>
                      <a:pt x="13966" y="30895"/>
                    </a:lnTo>
                    <a:lnTo>
                      <a:pt x="24125" y="30895"/>
                    </a:lnTo>
                    <a:lnTo>
                      <a:pt x="24197" y="30823"/>
                    </a:lnTo>
                    <a:lnTo>
                      <a:pt x="42795" y="12230"/>
                    </a:lnTo>
                    <a:lnTo>
                      <a:pt x="427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10208640" y="2996574"/>
                <a:ext cx="956898" cy="954546"/>
              </a:xfrm>
              <a:custGeom>
                <a:avLst/>
                <a:gdLst/>
                <a:ahLst/>
                <a:cxnLst/>
                <a:rect l="l" t="t" r="r" b="b"/>
                <a:pathLst>
                  <a:path w="11393" h="11365" extrusionOk="0">
                    <a:moveTo>
                      <a:pt x="11196" y="0"/>
                    </a:moveTo>
                    <a:lnTo>
                      <a:pt x="11196" y="5008"/>
                    </a:lnTo>
                    <a:lnTo>
                      <a:pt x="5036" y="11168"/>
                    </a:lnTo>
                    <a:lnTo>
                      <a:pt x="1" y="11168"/>
                    </a:lnTo>
                    <a:lnTo>
                      <a:pt x="1" y="11364"/>
                    </a:lnTo>
                    <a:lnTo>
                      <a:pt x="5120" y="11364"/>
                    </a:lnTo>
                    <a:lnTo>
                      <a:pt x="11393" y="5088"/>
                    </a:lnTo>
                    <a:lnTo>
                      <a:pt x="113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 name="Google Shape;80;p3"/>
            <p:cNvGrpSpPr/>
            <p:nvPr/>
          </p:nvGrpSpPr>
          <p:grpSpPr>
            <a:xfrm>
              <a:off x="-1373076" y="1927074"/>
              <a:ext cx="2698431" cy="3917462"/>
              <a:chOff x="7726148" y="679122"/>
              <a:chExt cx="2698431" cy="3917462"/>
            </a:xfrm>
          </p:grpSpPr>
          <p:sp>
            <p:nvSpPr>
              <p:cNvPr id="81" name="Google Shape;81;p3"/>
              <p:cNvSpPr/>
              <p:nvPr/>
            </p:nvSpPr>
            <p:spPr>
              <a:xfrm>
                <a:off x="7726148" y="4468667"/>
                <a:ext cx="148998" cy="127917"/>
              </a:xfrm>
              <a:custGeom>
                <a:avLst/>
                <a:gdLst/>
                <a:ahLst/>
                <a:cxnLst/>
                <a:rect l="l" t="t" r="r" b="b"/>
                <a:pathLst>
                  <a:path w="1774" h="1523" extrusionOk="0">
                    <a:moveTo>
                      <a:pt x="757" y="406"/>
                    </a:moveTo>
                    <a:cubicBezTo>
                      <a:pt x="1077" y="406"/>
                      <a:pt x="1238" y="790"/>
                      <a:pt x="1009" y="1014"/>
                    </a:cubicBezTo>
                    <a:cubicBezTo>
                      <a:pt x="937" y="1087"/>
                      <a:pt x="847" y="1120"/>
                      <a:pt x="759" y="1120"/>
                    </a:cubicBezTo>
                    <a:cubicBezTo>
                      <a:pt x="576" y="1120"/>
                      <a:pt x="401" y="978"/>
                      <a:pt x="401" y="762"/>
                    </a:cubicBezTo>
                    <a:cubicBezTo>
                      <a:pt x="401" y="566"/>
                      <a:pt x="561" y="406"/>
                      <a:pt x="757" y="406"/>
                    </a:cubicBezTo>
                    <a:close/>
                    <a:moveTo>
                      <a:pt x="764" y="1"/>
                    </a:moveTo>
                    <a:cubicBezTo>
                      <a:pt x="374" y="1"/>
                      <a:pt x="1" y="305"/>
                      <a:pt x="1" y="762"/>
                    </a:cubicBezTo>
                    <a:cubicBezTo>
                      <a:pt x="1" y="1182"/>
                      <a:pt x="337" y="1519"/>
                      <a:pt x="757" y="1523"/>
                    </a:cubicBezTo>
                    <a:cubicBezTo>
                      <a:pt x="1434" y="1523"/>
                      <a:pt x="1774" y="702"/>
                      <a:pt x="1294" y="226"/>
                    </a:cubicBezTo>
                    <a:cubicBezTo>
                      <a:pt x="1139" y="70"/>
                      <a:pt x="950" y="1"/>
                      <a:pt x="7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9887546" y="2617023"/>
                <a:ext cx="520234" cy="519814"/>
              </a:xfrm>
              <a:custGeom>
                <a:avLst/>
                <a:gdLst/>
                <a:ahLst/>
                <a:cxnLst/>
                <a:rect l="l" t="t" r="r" b="b"/>
                <a:pathLst>
                  <a:path w="6194" h="6189" extrusionOk="0">
                    <a:moveTo>
                      <a:pt x="4428" y="0"/>
                    </a:moveTo>
                    <a:lnTo>
                      <a:pt x="2214" y="2214"/>
                    </a:lnTo>
                    <a:lnTo>
                      <a:pt x="1" y="4427"/>
                    </a:lnTo>
                    <a:lnTo>
                      <a:pt x="1" y="6188"/>
                    </a:lnTo>
                    <a:lnTo>
                      <a:pt x="3095" y="3094"/>
                    </a:lnTo>
                    <a:lnTo>
                      <a:pt x="61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10228462" y="679122"/>
                <a:ext cx="148998" cy="127833"/>
              </a:xfrm>
              <a:custGeom>
                <a:avLst/>
                <a:gdLst/>
                <a:ahLst/>
                <a:cxnLst/>
                <a:rect l="l" t="t" r="r" b="b"/>
                <a:pathLst>
                  <a:path w="1774" h="1522" extrusionOk="0">
                    <a:moveTo>
                      <a:pt x="761" y="401"/>
                    </a:moveTo>
                    <a:cubicBezTo>
                      <a:pt x="1082" y="401"/>
                      <a:pt x="1238" y="789"/>
                      <a:pt x="1013" y="1014"/>
                    </a:cubicBezTo>
                    <a:cubicBezTo>
                      <a:pt x="941" y="1086"/>
                      <a:pt x="851" y="1119"/>
                      <a:pt x="763" y="1119"/>
                    </a:cubicBezTo>
                    <a:cubicBezTo>
                      <a:pt x="580" y="1119"/>
                      <a:pt x="405" y="978"/>
                      <a:pt x="405" y="761"/>
                    </a:cubicBezTo>
                    <a:cubicBezTo>
                      <a:pt x="405" y="565"/>
                      <a:pt x="565" y="405"/>
                      <a:pt x="761" y="401"/>
                    </a:cubicBezTo>
                    <a:close/>
                    <a:moveTo>
                      <a:pt x="767" y="0"/>
                    </a:moveTo>
                    <a:cubicBezTo>
                      <a:pt x="376" y="0"/>
                      <a:pt x="1" y="304"/>
                      <a:pt x="1" y="761"/>
                    </a:cubicBezTo>
                    <a:cubicBezTo>
                      <a:pt x="1" y="1182"/>
                      <a:pt x="341" y="1518"/>
                      <a:pt x="761" y="1522"/>
                    </a:cubicBezTo>
                    <a:cubicBezTo>
                      <a:pt x="1438" y="1522"/>
                      <a:pt x="1774" y="701"/>
                      <a:pt x="1298" y="225"/>
                    </a:cubicBezTo>
                    <a:cubicBezTo>
                      <a:pt x="1144" y="70"/>
                      <a:pt x="953" y="0"/>
                      <a:pt x="7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7813245" y="777978"/>
                <a:ext cx="2611333" cy="3736295"/>
              </a:xfrm>
              <a:custGeom>
                <a:avLst/>
                <a:gdLst/>
                <a:ahLst/>
                <a:cxnLst/>
                <a:rect l="l" t="t" r="r" b="b"/>
                <a:pathLst>
                  <a:path w="31091" h="44485" extrusionOk="0">
                    <a:moveTo>
                      <a:pt x="28921" y="1"/>
                    </a:moveTo>
                    <a:lnTo>
                      <a:pt x="23577" y="5344"/>
                    </a:lnTo>
                    <a:lnTo>
                      <a:pt x="23577" y="11525"/>
                    </a:lnTo>
                    <a:lnTo>
                      <a:pt x="30686" y="18638"/>
                    </a:lnTo>
                    <a:lnTo>
                      <a:pt x="30686" y="21984"/>
                    </a:lnTo>
                    <a:lnTo>
                      <a:pt x="19218" y="33456"/>
                    </a:lnTo>
                    <a:lnTo>
                      <a:pt x="10744" y="33456"/>
                    </a:lnTo>
                    <a:lnTo>
                      <a:pt x="10688" y="33512"/>
                    </a:lnTo>
                    <a:lnTo>
                      <a:pt x="0" y="44200"/>
                    </a:lnTo>
                    <a:lnTo>
                      <a:pt x="285" y="44484"/>
                    </a:lnTo>
                    <a:lnTo>
                      <a:pt x="10912" y="33857"/>
                    </a:lnTo>
                    <a:lnTo>
                      <a:pt x="19382" y="33857"/>
                    </a:lnTo>
                    <a:lnTo>
                      <a:pt x="19442" y="33797"/>
                    </a:lnTo>
                    <a:lnTo>
                      <a:pt x="31090" y="22148"/>
                    </a:lnTo>
                    <a:lnTo>
                      <a:pt x="31090" y="18474"/>
                    </a:lnTo>
                    <a:lnTo>
                      <a:pt x="23977" y="11361"/>
                    </a:lnTo>
                    <a:lnTo>
                      <a:pt x="23977" y="5509"/>
                    </a:lnTo>
                    <a:lnTo>
                      <a:pt x="29205" y="285"/>
                    </a:lnTo>
                    <a:lnTo>
                      <a:pt x="289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9020853" y="1998017"/>
                <a:ext cx="1057770" cy="1611852"/>
              </a:xfrm>
              <a:custGeom>
                <a:avLst/>
                <a:gdLst/>
                <a:ahLst/>
                <a:cxnLst/>
                <a:rect l="l" t="t" r="r" b="b"/>
                <a:pathLst>
                  <a:path w="12594" h="19191" extrusionOk="0">
                    <a:moveTo>
                      <a:pt x="12481" y="1"/>
                    </a:moveTo>
                    <a:lnTo>
                      <a:pt x="7066" y="5417"/>
                    </a:lnTo>
                    <a:lnTo>
                      <a:pt x="7066" y="12017"/>
                    </a:lnTo>
                    <a:lnTo>
                      <a:pt x="1" y="19078"/>
                    </a:lnTo>
                    <a:lnTo>
                      <a:pt x="117" y="19190"/>
                    </a:lnTo>
                    <a:lnTo>
                      <a:pt x="7226" y="12081"/>
                    </a:lnTo>
                    <a:lnTo>
                      <a:pt x="7226" y="5485"/>
                    </a:lnTo>
                    <a:lnTo>
                      <a:pt x="12593" y="113"/>
                    </a:lnTo>
                    <a:lnTo>
                      <a:pt x="1248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9805572" y="1401268"/>
                <a:ext cx="562817" cy="889370"/>
              </a:xfrm>
              <a:custGeom>
                <a:avLst/>
                <a:gdLst/>
                <a:ahLst/>
                <a:cxnLst/>
                <a:rect l="l" t="t" r="r" b="b"/>
                <a:pathLst>
                  <a:path w="6701" h="10589" extrusionOk="0">
                    <a:moveTo>
                      <a:pt x="112" y="1"/>
                    </a:moveTo>
                    <a:lnTo>
                      <a:pt x="0" y="117"/>
                    </a:lnTo>
                    <a:lnTo>
                      <a:pt x="6541" y="6658"/>
                    </a:lnTo>
                    <a:lnTo>
                      <a:pt x="6541" y="10588"/>
                    </a:lnTo>
                    <a:lnTo>
                      <a:pt x="6701" y="10588"/>
                    </a:lnTo>
                    <a:lnTo>
                      <a:pt x="6701" y="6590"/>
                    </a:lnTo>
                    <a:lnTo>
                      <a:pt x="1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562194" y="410025"/>
              <a:ext cx="258605" cy="258941"/>
              <a:chOff x="8925357" y="2817675"/>
              <a:chExt cx="258605" cy="258941"/>
            </a:xfrm>
          </p:grpSpPr>
          <p:sp>
            <p:nvSpPr>
              <p:cNvPr id="88" name="Google Shape;88;p3"/>
              <p:cNvSpPr/>
              <p:nvPr/>
            </p:nvSpPr>
            <p:spPr>
              <a:xfrm>
                <a:off x="9033956" y="2817675"/>
                <a:ext cx="41155" cy="258941"/>
              </a:xfrm>
              <a:custGeom>
                <a:avLst/>
                <a:gdLst/>
                <a:ahLst/>
                <a:cxnLst/>
                <a:rect l="l" t="t" r="r" b="b"/>
                <a:pathLst>
                  <a:path w="490" h="3083" extrusionOk="0">
                    <a:moveTo>
                      <a:pt x="1" y="1"/>
                    </a:moveTo>
                    <a:lnTo>
                      <a:pt x="1" y="3083"/>
                    </a:lnTo>
                    <a:lnTo>
                      <a:pt x="489" y="3083"/>
                    </a:lnTo>
                    <a:lnTo>
                      <a:pt x="48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8925357" y="2926610"/>
                <a:ext cx="258605" cy="41155"/>
              </a:xfrm>
              <a:custGeom>
                <a:avLst/>
                <a:gdLst/>
                <a:ahLst/>
                <a:cxnLst/>
                <a:rect l="l" t="t" r="r" b="b"/>
                <a:pathLst>
                  <a:path w="3079" h="490" extrusionOk="0">
                    <a:moveTo>
                      <a:pt x="1" y="1"/>
                    </a:moveTo>
                    <a:lnTo>
                      <a:pt x="1" y="489"/>
                    </a:lnTo>
                    <a:lnTo>
                      <a:pt x="3079" y="489"/>
                    </a:lnTo>
                    <a:lnTo>
                      <a:pt x="30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 name="Google Shape;90;p3"/>
            <p:cNvGrpSpPr/>
            <p:nvPr/>
          </p:nvGrpSpPr>
          <p:grpSpPr>
            <a:xfrm rot="5400000">
              <a:off x="8467489" y="2523161"/>
              <a:ext cx="556854" cy="97176"/>
              <a:chOff x="8351789" y="4872911"/>
              <a:chExt cx="556854" cy="97176"/>
            </a:xfrm>
          </p:grpSpPr>
          <p:sp>
            <p:nvSpPr>
              <p:cNvPr id="91" name="Google Shape;91;p3"/>
              <p:cNvSpPr/>
              <p:nvPr/>
            </p:nvSpPr>
            <p:spPr>
              <a:xfrm>
                <a:off x="8351789" y="4872911"/>
                <a:ext cx="137324" cy="97176"/>
              </a:xfrm>
              <a:custGeom>
                <a:avLst/>
                <a:gdLst/>
                <a:ahLst/>
                <a:cxnLst/>
                <a:rect l="l" t="t" r="r" b="b"/>
                <a:pathLst>
                  <a:path w="1635" h="1157" extrusionOk="0">
                    <a:moveTo>
                      <a:pt x="1" y="0"/>
                    </a:moveTo>
                    <a:lnTo>
                      <a:pt x="954" y="1157"/>
                    </a:lnTo>
                    <a:lnTo>
                      <a:pt x="1634" y="1157"/>
                    </a:lnTo>
                    <a:lnTo>
                      <a:pt x="6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3"/>
              <p:cNvSpPr/>
              <p:nvPr/>
            </p:nvSpPr>
            <p:spPr>
              <a:xfrm>
                <a:off x="8456357" y="4872911"/>
                <a:ext cx="137576" cy="97176"/>
              </a:xfrm>
              <a:custGeom>
                <a:avLst/>
                <a:gdLst/>
                <a:ahLst/>
                <a:cxnLst/>
                <a:rect l="l" t="t" r="r" b="b"/>
                <a:pathLst>
                  <a:path w="1638" h="1157" extrusionOk="0">
                    <a:moveTo>
                      <a:pt x="1" y="0"/>
                    </a:moveTo>
                    <a:lnTo>
                      <a:pt x="958" y="1157"/>
                    </a:lnTo>
                    <a:lnTo>
                      <a:pt x="1638" y="1157"/>
                    </a:lnTo>
                    <a:lnTo>
                      <a:pt x="6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8561260" y="4872911"/>
                <a:ext cx="137576" cy="97176"/>
              </a:xfrm>
              <a:custGeom>
                <a:avLst/>
                <a:gdLst/>
                <a:ahLst/>
                <a:cxnLst/>
                <a:rect l="l" t="t" r="r" b="b"/>
                <a:pathLst>
                  <a:path w="1638" h="1157" extrusionOk="0">
                    <a:moveTo>
                      <a:pt x="1" y="0"/>
                    </a:moveTo>
                    <a:lnTo>
                      <a:pt x="957" y="1157"/>
                    </a:lnTo>
                    <a:lnTo>
                      <a:pt x="1638" y="1157"/>
                    </a:lnTo>
                    <a:lnTo>
                      <a:pt x="6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8666164" y="4872911"/>
                <a:ext cx="137576" cy="97176"/>
              </a:xfrm>
              <a:custGeom>
                <a:avLst/>
                <a:gdLst/>
                <a:ahLst/>
                <a:cxnLst/>
                <a:rect l="l" t="t" r="r" b="b"/>
                <a:pathLst>
                  <a:path w="1638" h="1157" extrusionOk="0">
                    <a:moveTo>
                      <a:pt x="1" y="0"/>
                    </a:moveTo>
                    <a:lnTo>
                      <a:pt x="957" y="1157"/>
                    </a:lnTo>
                    <a:lnTo>
                      <a:pt x="1638" y="1157"/>
                    </a:lnTo>
                    <a:lnTo>
                      <a:pt x="6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8771067" y="4872911"/>
                <a:ext cx="137576" cy="97176"/>
              </a:xfrm>
              <a:custGeom>
                <a:avLst/>
                <a:gdLst/>
                <a:ahLst/>
                <a:cxnLst/>
                <a:rect l="l" t="t" r="r" b="b"/>
                <a:pathLst>
                  <a:path w="1638" h="1157" extrusionOk="0">
                    <a:moveTo>
                      <a:pt x="0" y="0"/>
                    </a:moveTo>
                    <a:lnTo>
                      <a:pt x="957" y="1157"/>
                    </a:lnTo>
                    <a:lnTo>
                      <a:pt x="1638" y="1157"/>
                    </a:lnTo>
                    <a:lnTo>
                      <a:pt x="6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3"/>
            <p:cNvSpPr/>
            <p:nvPr/>
          </p:nvSpPr>
          <p:spPr>
            <a:xfrm>
              <a:off x="7306875" y="4600447"/>
              <a:ext cx="2229499" cy="657745"/>
            </a:xfrm>
            <a:custGeom>
              <a:avLst/>
              <a:gdLst/>
              <a:ahLst/>
              <a:cxnLst/>
              <a:rect l="l" t="t" r="r" b="b"/>
              <a:pathLst>
                <a:path w="21985" h="6486" extrusionOk="0">
                  <a:moveTo>
                    <a:pt x="21784" y="1"/>
                  </a:moveTo>
                  <a:lnTo>
                    <a:pt x="19442" y="2342"/>
                  </a:lnTo>
                  <a:lnTo>
                    <a:pt x="3943" y="2342"/>
                  </a:lnTo>
                  <a:lnTo>
                    <a:pt x="0" y="6285"/>
                  </a:lnTo>
                  <a:lnTo>
                    <a:pt x="201" y="6485"/>
                  </a:lnTo>
                  <a:lnTo>
                    <a:pt x="4059" y="2626"/>
                  </a:lnTo>
                  <a:lnTo>
                    <a:pt x="19558" y="2626"/>
                  </a:lnTo>
                  <a:lnTo>
                    <a:pt x="21984" y="201"/>
                  </a:lnTo>
                  <a:lnTo>
                    <a:pt x="217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rot="-5400000">
              <a:off x="7658071" y="-461281"/>
              <a:ext cx="1325446" cy="1878100"/>
            </a:xfrm>
            <a:custGeom>
              <a:avLst/>
              <a:gdLst/>
              <a:ahLst/>
              <a:cxnLst/>
              <a:rect l="l" t="t" r="r" b="b"/>
              <a:pathLst>
                <a:path w="15781" h="22361" extrusionOk="0">
                  <a:moveTo>
                    <a:pt x="15640" y="0"/>
                  </a:moveTo>
                  <a:lnTo>
                    <a:pt x="9404" y="6237"/>
                  </a:lnTo>
                  <a:lnTo>
                    <a:pt x="9404" y="12821"/>
                  </a:lnTo>
                  <a:lnTo>
                    <a:pt x="1" y="22224"/>
                  </a:lnTo>
                  <a:lnTo>
                    <a:pt x="141" y="22360"/>
                  </a:lnTo>
                  <a:lnTo>
                    <a:pt x="9600" y="12902"/>
                  </a:lnTo>
                  <a:lnTo>
                    <a:pt x="9600" y="6317"/>
                  </a:lnTo>
                  <a:lnTo>
                    <a:pt x="15780" y="137"/>
                  </a:lnTo>
                  <a:lnTo>
                    <a:pt x="156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 name="Google Shape;98;p3"/>
          <p:cNvSpPr txBox="1">
            <a:spLocks noGrp="1"/>
          </p:cNvSpPr>
          <p:nvPr>
            <p:ph type="title"/>
          </p:nvPr>
        </p:nvSpPr>
        <p:spPr>
          <a:xfrm>
            <a:off x="1320300" y="2096633"/>
            <a:ext cx="6503400" cy="1050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000"/>
              <a:buNone/>
              <a:defRPr sz="5500"/>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endParaRPr/>
          </a:p>
        </p:txBody>
      </p:sp>
      <p:sp>
        <p:nvSpPr>
          <p:cNvPr id="99" name="Google Shape;99;p3"/>
          <p:cNvSpPr txBox="1">
            <a:spLocks noGrp="1"/>
          </p:cNvSpPr>
          <p:nvPr>
            <p:ph type="title" idx="2" hasCustomPrompt="1"/>
          </p:nvPr>
        </p:nvSpPr>
        <p:spPr>
          <a:xfrm>
            <a:off x="3915450" y="1163052"/>
            <a:ext cx="1313100" cy="771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5000"/>
              <a:buNone/>
              <a:defRPr sz="5500"/>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t>xx%</a:t>
            </a:r>
          </a:p>
        </p:txBody>
      </p:sp>
      <p:sp>
        <p:nvSpPr>
          <p:cNvPr id="100" name="Google Shape;100;p3"/>
          <p:cNvSpPr txBox="1">
            <a:spLocks noGrp="1"/>
          </p:cNvSpPr>
          <p:nvPr>
            <p:ph type="subTitle" idx="1"/>
          </p:nvPr>
        </p:nvSpPr>
        <p:spPr>
          <a:xfrm>
            <a:off x="3052350" y="3267278"/>
            <a:ext cx="3039300" cy="699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800"/>
            </a:lvl1pPr>
            <a:lvl2pPr lvl="1" algn="ctr" rtl="0">
              <a:lnSpc>
                <a:spcPct val="100000"/>
              </a:lnSpc>
              <a:spcBef>
                <a:spcPts val="0"/>
              </a:spcBef>
              <a:spcAft>
                <a:spcPts val="0"/>
              </a:spcAft>
              <a:buNone/>
              <a:defRPr sz="1800"/>
            </a:lvl2pPr>
            <a:lvl3pPr lvl="2" algn="ctr" rtl="0">
              <a:lnSpc>
                <a:spcPct val="100000"/>
              </a:lnSpc>
              <a:spcBef>
                <a:spcPts val="0"/>
              </a:spcBef>
              <a:spcAft>
                <a:spcPts val="0"/>
              </a:spcAft>
              <a:buNone/>
              <a:defRPr sz="1800"/>
            </a:lvl3pPr>
            <a:lvl4pPr lvl="3" algn="ctr" rtl="0">
              <a:lnSpc>
                <a:spcPct val="100000"/>
              </a:lnSpc>
              <a:spcBef>
                <a:spcPts val="0"/>
              </a:spcBef>
              <a:spcAft>
                <a:spcPts val="0"/>
              </a:spcAft>
              <a:buNone/>
              <a:defRPr sz="1800"/>
            </a:lvl4pPr>
            <a:lvl5pPr lvl="4" algn="ctr" rtl="0">
              <a:lnSpc>
                <a:spcPct val="100000"/>
              </a:lnSpc>
              <a:spcBef>
                <a:spcPts val="0"/>
              </a:spcBef>
              <a:spcAft>
                <a:spcPts val="0"/>
              </a:spcAft>
              <a:buNone/>
              <a:defRPr sz="1800"/>
            </a:lvl5pPr>
            <a:lvl6pPr lvl="5" algn="ctr" rtl="0">
              <a:lnSpc>
                <a:spcPct val="100000"/>
              </a:lnSpc>
              <a:spcBef>
                <a:spcPts val="0"/>
              </a:spcBef>
              <a:spcAft>
                <a:spcPts val="0"/>
              </a:spcAft>
              <a:buNone/>
              <a:defRPr sz="1800"/>
            </a:lvl6pPr>
            <a:lvl7pPr lvl="6" algn="ctr" rtl="0">
              <a:lnSpc>
                <a:spcPct val="100000"/>
              </a:lnSpc>
              <a:spcBef>
                <a:spcPts val="0"/>
              </a:spcBef>
              <a:spcAft>
                <a:spcPts val="0"/>
              </a:spcAft>
              <a:buNone/>
              <a:defRPr sz="1800"/>
            </a:lvl7pPr>
            <a:lvl8pPr lvl="7" algn="ctr" rtl="0">
              <a:lnSpc>
                <a:spcPct val="100000"/>
              </a:lnSpc>
              <a:spcBef>
                <a:spcPts val="0"/>
              </a:spcBef>
              <a:spcAft>
                <a:spcPts val="0"/>
              </a:spcAft>
              <a:buNone/>
              <a:defRPr sz="1800"/>
            </a:lvl8pPr>
            <a:lvl9pPr lvl="8" algn="ctr" rtl="0">
              <a:lnSpc>
                <a:spcPct val="100000"/>
              </a:lnSpc>
              <a:spcBef>
                <a:spcPts val="0"/>
              </a:spcBef>
              <a:spcAft>
                <a:spcPts val="0"/>
              </a:spcAft>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4"/>
        <p:cNvGrpSpPr/>
        <p:nvPr/>
      </p:nvGrpSpPr>
      <p:grpSpPr>
        <a:xfrm>
          <a:off x="0" y="0"/>
          <a:ext cx="0" cy="0"/>
          <a:chOff x="0" y="0"/>
          <a:chExt cx="0" cy="0"/>
        </a:xfrm>
      </p:grpSpPr>
      <p:grpSp>
        <p:nvGrpSpPr>
          <p:cNvPr id="115" name="Google Shape;115;p5"/>
          <p:cNvGrpSpPr/>
          <p:nvPr/>
        </p:nvGrpSpPr>
        <p:grpSpPr>
          <a:xfrm>
            <a:off x="5368428" y="-2371849"/>
            <a:ext cx="7166740" cy="6435526"/>
            <a:chOff x="5368428" y="-2371849"/>
            <a:chExt cx="7166740" cy="6435526"/>
          </a:xfrm>
        </p:grpSpPr>
        <p:sp>
          <p:nvSpPr>
            <p:cNvPr id="116" name="Google Shape;116;p5"/>
            <p:cNvSpPr/>
            <p:nvPr/>
          </p:nvSpPr>
          <p:spPr>
            <a:xfrm>
              <a:off x="5368428" y="-2371849"/>
              <a:ext cx="7166740" cy="6435526"/>
            </a:xfrm>
            <a:custGeom>
              <a:avLst/>
              <a:gdLst/>
              <a:ahLst/>
              <a:cxnLst/>
              <a:rect l="l" t="t" r="r" b="b"/>
              <a:pathLst>
                <a:path w="71519" h="64222" extrusionOk="0">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 name="Google Shape;117;p5"/>
            <p:cNvGrpSpPr/>
            <p:nvPr/>
          </p:nvGrpSpPr>
          <p:grpSpPr>
            <a:xfrm rot="-5400000" flipH="1">
              <a:off x="8268109" y="1815891"/>
              <a:ext cx="618213" cy="306426"/>
              <a:chOff x="5989375" y="1843575"/>
              <a:chExt cx="136525" cy="67675"/>
            </a:xfrm>
          </p:grpSpPr>
          <p:sp>
            <p:nvSpPr>
              <p:cNvPr id="118" name="Google Shape;118;p5"/>
              <p:cNvSpPr/>
              <p:nvPr/>
            </p:nvSpPr>
            <p:spPr>
              <a:xfrm>
                <a:off x="6047225" y="1843575"/>
                <a:ext cx="20525" cy="20550"/>
              </a:xfrm>
              <a:custGeom>
                <a:avLst/>
                <a:gdLst/>
                <a:ahLst/>
                <a:cxnLst/>
                <a:rect l="l" t="t" r="r" b="b"/>
                <a:pathLst>
                  <a:path w="821" h="822" extrusionOk="0">
                    <a:moveTo>
                      <a:pt x="709" y="0"/>
                    </a:moveTo>
                    <a:lnTo>
                      <a:pt x="0" y="709"/>
                    </a:lnTo>
                    <a:lnTo>
                      <a:pt x="112" y="821"/>
                    </a:lnTo>
                    <a:lnTo>
                      <a:pt x="821" y="113"/>
                    </a:lnTo>
                    <a:lnTo>
                      <a:pt x="7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6047225" y="1843575"/>
                <a:ext cx="20525" cy="20550"/>
              </a:xfrm>
              <a:custGeom>
                <a:avLst/>
                <a:gdLst/>
                <a:ahLst/>
                <a:cxnLst/>
                <a:rect l="l" t="t" r="r" b="b"/>
                <a:pathLst>
                  <a:path w="821" h="822" extrusionOk="0">
                    <a:moveTo>
                      <a:pt x="112" y="0"/>
                    </a:moveTo>
                    <a:lnTo>
                      <a:pt x="0" y="113"/>
                    </a:lnTo>
                    <a:lnTo>
                      <a:pt x="709" y="821"/>
                    </a:lnTo>
                    <a:lnTo>
                      <a:pt x="821" y="709"/>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5989475" y="1843675"/>
                <a:ext cx="20650" cy="20550"/>
              </a:xfrm>
              <a:custGeom>
                <a:avLst/>
                <a:gdLst/>
                <a:ahLst/>
                <a:cxnLst/>
                <a:rect l="l" t="t" r="r" b="b"/>
                <a:pathLst>
                  <a:path w="826" h="822" extrusionOk="0">
                    <a:moveTo>
                      <a:pt x="713" y="0"/>
                    </a:moveTo>
                    <a:lnTo>
                      <a:pt x="1" y="709"/>
                    </a:lnTo>
                    <a:lnTo>
                      <a:pt x="113" y="821"/>
                    </a:lnTo>
                    <a:lnTo>
                      <a:pt x="825" y="113"/>
                    </a:lnTo>
                    <a:lnTo>
                      <a:pt x="7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5989375" y="1843575"/>
                <a:ext cx="20650" cy="20550"/>
              </a:xfrm>
              <a:custGeom>
                <a:avLst/>
                <a:gdLst/>
                <a:ahLst/>
                <a:cxnLst/>
                <a:rect l="l" t="t" r="r" b="b"/>
                <a:pathLst>
                  <a:path w="826" h="822" extrusionOk="0">
                    <a:moveTo>
                      <a:pt x="117" y="0"/>
                    </a:moveTo>
                    <a:lnTo>
                      <a:pt x="1" y="113"/>
                    </a:lnTo>
                    <a:lnTo>
                      <a:pt x="713" y="821"/>
                    </a:lnTo>
                    <a:lnTo>
                      <a:pt x="825" y="709"/>
                    </a:lnTo>
                    <a:lnTo>
                      <a:pt x="1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6105350" y="1890600"/>
                <a:ext cx="20550" cy="20650"/>
              </a:xfrm>
              <a:custGeom>
                <a:avLst/>
                <a:gdLst/>
                <a:ahLst/>
                <a:cxnLst/>
                <a:rect l="l" t="t" r="r" b="b"/>
                <a:pathLst>
                  <a:path w="822" h="826" extrusionOk="0">
                    <a:moveTo>
                      <a:pt x="709" y="1"/>
                    </a:moveTo>
                    <a:lnTo>
                      <a:pt x="1" y="713"/>
                    </a:lnTo>
                    <a:lnTo>
                      <a:pt x="113" y="825"/>
                    </a:lnTo>
                    <a:lnTo>
                      <a:pt x="821" y="113"/>
                    </a:lnTo>
                    <a:lnTo>
                      <a:pt x="70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6105350" y="1890600"/>
                <a:ext cx="20550" cy="20650"/>
              </a:xfrm>
              <a:custGeom>
                <a:avLst/>
                <a:gdLst/>
                <a:ahLst/>
                <a:cxnLst/>
                <a:rect l="l" t="t" r="r" b="b"/>
                <a:pathLst>
                  <a:path w="822" h="826" extrusionOk="0">
                    <a:moveTo>
                      <a:pt x="113" y="1"/>
                    </a:moveTo>
                    <a:lnTo>
                      <a:pt x="1" y="113"/>
                    </a:lnTo>
                    <a:lnTo>
                      <a:pt x="709" y="825"/>
                    </a:lnTo>
                    <a:lnTo>
                      <a:pt x="821" y="709"/>
                    </a:lnTo>
                    <a:lnTo>
                      <a:pt x="1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6047525" y="1890600"/>
                <a:ext cx="20625" cy="20650"/>
              </a:xfrm>
              <a:custGeom>
                <a:avLst/>
                <a:gdLst/>
                <a:ahLst/>
                <a:cxnLst/>
                <a:rect l="l" t="t" r="r" b="b"/>
                <a:pathLst>
                  <a:path w="825" h="826" extrusionOk="0">
                    <a:moveTo>
                      <a:pt x="713" y="1"/>
                    </a:moveTo>
                    <a:lnTo>
                      <a:pt x="0" y="709"/>
                    </a:lnTo>
                    <a:lnTo>
                      <a:pt x="116" y="825"/>
                    </a:lnTo>
                    <a:lnTo>
                      <a:pt x="825" y="113"/>
                    </a:lnTo>
                    <a:lnTo>
                      <a:pt x="7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6047525" y="1890600"/>
                <a:ext cx="20625" cy="20650"/>
              </a:xfrm>
              <a:custGeom>
                <a:avLst/>
                <a:gdLst/>
                <a:ahLst/>
                <a:cxnLst/>
                <a:rect l="l" t="t" r="r" b="b"/>
                <a:pathLst>
                  <a:path w="825" h="826" extrusionOk="0">
                    <a:moveTo>
                      <a:pt x="112" y="1"/>
                    </a:moveTo>
                    <a:lnTo>
                      <a:pt x="0" y="113"/>
                    </a:lnTo>
                    <a:lnTo>
                      <a:pt x="713" y="825"/>
                    </a:lnTo>
                    <a:lnTo>
                      <a:pt x="825" y="70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5"/>
            <p:cNvGrpSpPr/>
            <p:nvPr/>
          </p:nvGrpSpPr>
          <p:grpSpPr>
            <a:xfrm>
              <a:off x="8375532" y="539146"/>
              <a:ext cx="1228886" cy="2188720"/>
              <a:chOff x="8389396" y="1055350"/>
              <a:chExt cx="1228886" cy="2188720"/>
            </a:xfrm>
          </p:grpSpPr>
          <p:sp>
            <p:nvSpPr>
              <p:cNvPr id="127" name="Google Shape;127;p5"/>
              <p:cNvSpPr/>
              <p:nvPr/>
            </p:nvSpPr>
            <p:spPr>
              <a:xfrm>
                <a:off x="8421616" y="1130946"/>
                <a:ext cx="1196665" cy="2113124"/>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8389396" y="1055350"/>
                <a:ext cx="95651" cy="95575"/>
              </a:xfrm>
              <a:custGeom>
                <a:avLst/>
                <a:gdLst/>
                <a:ahLst/>
                <a:cxnLst/>
                <a:rect l="l" t="t" r="r" b="b"/>
                <a:pathLst>
                  <a:path w="1374" h="1373" extrusionOk="0">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9" name="Google Shape;129;p5"/>
          <p:cNvGrpSpPr/>
          <p:nvPr/>
        </p:nvGrpSpPr>
        <p:grpSpPr>
          <a:xfrm>
            <a:off x="-2504900" y="387590"/>
            <a:ext cx="6322114" cy="7873283"/>
            <a:chOff x="-2504900" y="387590"/>
            <a:chExt cx="6322114" cy="7873283"/>
          </a:xfrm>
        </p:grpSpPr>
        <p:grpSp>
          <p:nvGrpSpPr>
            <p:cNvPr id="130" name="Google Shape;130;p5"/>
            <p:cNvGrpSpPr/>
            <p:nvPr/>
          </p:nvGrpSpPr>
          <p:grpSpPr>
            <a:xfrm>
              <a:off x="827762" y="4158773"/>
              <a:ext cx="471865" cy="38050"/>
              <a:chOff x="6298452" y="2390050"/>
              <a:chExt cx="140725" cy="11350"/>
            </a:xfrm>
          </p:grpSpPr>
          <p:sp>
            <p:nvSpPr>
              <p:cNvPr id="131" name="Google Shape;131;p5"/>
              <p:cNvSpPr/>
              <p:nvPr/>
            </p:nvSpPr>
            <p:spPr>
              <a:xfrm>
                <a:off x="6298452" y="2390050"/>
                <a:ext cx="70375" cy="11350"/>
              </a:xfrm>
              <a:custGeom>
                <a:avLst/>
                <a:gdLst/>
                <a:ahLst/>
                <a:cxnLst/>
                <a:rect l="l" t="t" r="r" b="b"/>
                <a:pathLst>
                  <a:path w="2815" h="454" extrusionOk="0">
                    <a:moveTo>
                      <a:pt x="1" y="1"/>
                    </a:moveTo>
                    <a:lnTo>
                      <a:pt x="1" y="453"/>
                    </a:lnTo>
                    <a:lnTo>
                      <a:pt x="2815" y="453"/>
                    </a:lnTo>
                    <a:lnTo>
                      <a:pt x="28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6382427" y="2390050"/>
                <a:ext cx="35150" cy="11350"/>
              </a:xfrm>
              <a:custGeom>
                <a:avLst/>
                <a:gdLst/>
                <a:ahLst/>
                <a:cxnLst/>
                <a:rect l="l" t="t" r="r" b="b"/>
                <a:pathLst>
                  <a:path w="1406" h="454" extrusionOk="0">
                    <a:moveTo>
                      <a:pt x="0" y="1"/>
                    </a:moveTo>
                    <a:lnTo>
                      <a:pt x="0" y="453"/>
                    </a:lnTo>
                    <a:lnTo>
                      <a:pt x="1405" y="453"/>
                    </a:lnTo>
                    <a:lnTo>
                      <a:pt x="14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6427952" y="2390050"/>
                <a:ext cx="11225" cy="11350"/>
              </a:xfrm>
              <a:custGeom>
                <a:avLst/>
                <a:gdLst/>
                <a:ahLst/>
                <a:cxnLst/>
                <a:rect l="l" t="t" r="r" b="b"/>
                <a:pathLst>
                  <a:path w="449" h="454" extrusionOk="0">
                    <a:moveTo>
                      <a:pt x="1" y="1"/>
                    </a:moveTo>
                    <a:lnTo>
                      <a:pt x="1" y="453"/>
                    </a:lnTo>
                    <a:lnTo>
                      <a:pt x="449" y="453"/>
                    </a:lnTo>
                    <a:lnTo>
                      <a:pt x="4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 name="Google Shape;134;p5"/>
            <p:cNvGrpSpPr/>
            <p:nvPr/>
          </p:nvGrpSpPr>
          <p:grpSpPr>
            <a:xfrm>
              <a:off x="-2504900" y="387590"/>
              <a:ext cx="6322114" cy="7873283"/>
              <a:chOff x="-2504900" y="387590"/>
              <a:chExt cx="6322114" cy="7873283"/>
            </a:xfrm>
          </p:grpSpPr>
          <p:grpSp>
            <p:nvGrpSpPr>
              <p:cNvPr id="135" name="Google Shape;135;p5"/>
              <p:cNvGrpSpPr/>
              <p:nvPr/>
            </p:nvGrpSpPr>
            <p:grpSpPr>
              <a:xfrm>
                <a:off x="-1553565" y="387590"/>
                <a:ext cx="2381713" cy="3328977"/>
                <a:chOff x="7655072" y="-407632"/>
                <a:chExt cx="2008529" cy="2807368"/>
              </a:xfrm>
            </p:grpSpPr>
            <p:sp>
              <p:nvSpPr>
                <p:cNvPr id="136" name="Google Shape;136;p5"/>
                <p:cNvSpPr/>
                <p:nvPr/>
              </p:nvSpPr>
              <p:spPr>
                <a:xfrm>
                  <a:off x="7685059" y="-336851"/>
                  <a:ext cx="1930325" cy="2689498"/>
                </a:xfrm>
                <a:custGeom>
                  <a:avLst/>
                  <a:gdLst/>
                  <a:ahLst/>
                  <a:cxnLst/>
                  <a:rect l="l" t="t" r="r" b="b"/>
                  <a:pathLst>
                    <a:path w="32508" h="45293" extrusionOk="0">
                      <a:moveTo>
                        <a:pt x="0" y="1"/>
                      </a:moveTo>
                      <a:lnTo>
                        <a:pt x="0" y="8351"/>
                      </a:lnTo>
                      <a:lnTo>
                        <a:pt x="15447" y="8351"/>
                      </a:lnTo>
                      <a:lnTo>
                        <a:pt x="24998" y="17901"/>
                      </a:lnTo>
                      <a:lnTo>
                        <a:pt x="24998" y="38040"/>
                      </a:lnTo>
                      <a:lnTo>
                        <a:pt x="32251" y="45293"/>
                      </a:lnTo>
                      <a:lnTo>
                        <a:pt x="32507" y="45037"/>
                      </a:lnTo>
                      <a:lnTo>
                        <a:pt x="25358" y="37888"/>
                      </a:lnTo>
                      <a:lnTo>
                        <a:pt x="25358" y="17749"/>
                      </a:lnTo>
                      <a:lnTo>
                        <a:pt x="15651" y="8043"/>
                      </a:lnTo>
                      <a:lnTo>
                        <a:pt x="15595" y="7986"/>
                      </a:lnTo>
                      <a:lnTo>
                        <a:pt x="365" y="7986"/>
                      </a:lnTo>
                      <a:lnTo>
                        <a:pt x="3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8734422" y="271200"/>
                  <a:ext cx="332350" cy="332528"/>
                </a:xfrm>
                <a:custGeom>
                  <a:avLst/>
                  <a:gdLst/>
                  <a:ahLst/>
                  <a:cxnLst/>
                  <a:rect l="l" t="t" r="r" b="b"/>
                  <a:pathLst>
                    <a:path w="5597" h="5600" extrusionOk="0">
                      <a:moveTo>
                        <a:pt x="1" y="0"/>
                      </a:moveTo>
                      <a:lnTo>
                        <a:pt x="1" y="1597"/>
                      </a:lnTo>
                      <a:lnTo>
                        <a:pt x="2002" y="3599"/>
                      </a:lnTo>
                      <a:lnTo>
                        <a:pt x="4004" y="5600"/>
                      </a:lnTo>
                      <a:lnTo>
                        <a:pt x="5597" y="5600"/>
                      </a:lnTo>
                      <a:lnTo>
                        <a:pt x="2799" y="2802"/>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7655072" y="-407632"/>
                  <a:ext cx="81588" cy="81529"/>
                </a:xfrm>
                <a:custGeom>
                  <a:avLst/>
                  <a:gdLst/>
                  <a:ahLst/>
                  <a:cxnLst/>
                  <a:rect l="l" t="t" r="r" b="b"/>
                  <a:pathLst>
                    <a:path w="1374" h="1373" extrusionOk="0">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9568236" y="2317969"/>
                  <a:ext cx="95364" cy="81766"/>
                </a:xfrm>
                <a:custGeom>
                  <a:avLst/>
                  <a:gdLst/>
                  <a:ahLst/>
                  <a:cxnLst/>
                  <a:rect l="l" t="t" r="r" b="b"/>
                  <a:pathLst>
                    <a:path w="1606" h="1377" extrusionOk="0">
                      <a:moveTo>
                        <a:pt x="917" y="364"/>
                      </a:moveTo>
                      <a:cubicBezTo>
                        <a:pt x="1097" y="364"/>
                        <a:pt x="1242" y="512"/>
                        <a:pt x="1242" y="688"/>
                      </a:cubicBezTo>
                      <a:cubicBezTo>
                        <a:pt x="1242" y="883"/>
                        <a:pt x="1082" y="1012"/>
                        <a:pt x="916" y="1012"/>
                      </a:cubicBezTo>
                      <a:cubicBezTo>
                        <a:pt x="837" y="1012"/>
                        <a:pt x="755" y="982"/>
                        <a:pt x="689" y="916"/>
                      </a:cubicBezTo>
                      <a:cubicBezTo>
                        <a:pt x="485" y="712"/>
                        <a:pt x="629" y="364"/>
                        <a:pt x="917" y="364"/>
                      </a:cubicBezTo>
                      <a:close/>
                      <a:moveTo>
                        <a:pt x="915" y="1"/>
                      </a:moveTo>
                      <a:cubicBezTo>
                        <a:pt x="746" y="1"/>
                        <a:pt x="573" y="63"/>
                        <a:pt x="433" y="203"/>
                      </a:cubicBezTo>
                      <a:cubicBezTo>
                        <a:pt x="1" y="636"/>
                        <a:pt x="309" y="1376"/>
                        <a:pt x="917" y="1376"/>
                      </a:cubicBezTo>
                      <a:cubicBezTo>
                        <a:pt x="1298" y="1372"/>
                        <a:pt x="1606" y="1068"/>
                        <a:pt x="1606" y="688"/>
                      </a:cubicBezTo>
                      <a:cubicBezTo>
                        <a:pt x="1606" y="274"/>
                        <a:pt x="1267" y="1"/>
                        <a:pt x="9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7692897" y="-144282"/>
                  <a:ext cx="497783" cy="292387"/>
                </a:xfrm>
                <a:custGeom>
                  <a:avLst/>
                  <a:gdLst/>
                  <a:ahLst/>
                  <a:cxnLst/>
                  <a:rect l="l" t="t" r="r" b="b"/>
                  <a:pathLst>
                    <a:path w="8383" h="4924" extrusionOk="0">
                      <a:moveTo>
                        <a:pt x="100" y="0"/>
                      </a:moveTo>
                      <a:lnTo>
                        <a:pt x="0" y="104"/>
                      </a:lnTo>
                      <a:lnTo>
                        <a:pt x="2498" y="2598"/>
                      </a:lnTo>
                      <a:lnTo>
                        <a:pt x="5957" y="2598"/>
                      </a:lnTo>
                      <a:lnTo>
                        <a:pt x="8282" y="4924"/>
                      </a:lnTo>
                      <a:lnTo>
                        <a:pt x="8382" y="4820"/>
                      </a:lnTo>
                      <a:lnTo>
                        <a:pt x="6017" y="2454"/>
                      </a:lnTo>
                      <a:lnTo>
                        <a:pt x="2558" y="2454"/>
                      </a:lnTo>
                      <a:lnTo>
                        <a:pt x="1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 name="Google Shape;141;p5"/>
              <p:cNvGrpSpPr/>
              <p:nvPr/>
            </p:nvGrpSpPr>
            <p:grpSpPr>
              <a:xfrm>
                <a:off x="-2504900" y="1005827"/>
                <a:ext cx="6322114" cy="7255046"/>
                <a:chOff x="-2504900" y="1005827"/>
                <a:chExt cx="6322114" cy="7255046"/>
              </a:xfrm>
            </p:grpSpPr>
            <p:sp>
              <p:nvSpPr>
                <p:cNvPr id="142" name="Google Shape;142;p5"/>
                <p:cNvSpPr/>
                <p:nvPr/>
              </p:nvSpPr>
              <p:spPr>
                <a:xfrm>
                  <a:off x="-2504900" y="1005827"/>
                  <a:ext cx="6322114" cy="7255046"/>
                </a:xfrm>
                <a:custGeom>
                  <a:avLst/>
                  <a:gdLst/>
                  <a:ahLst/>
                  <a:cxnLst/>
                  <a:rect l="l" t="t" r="r" b="b"/>
                  <a:pathLst>
                    <a:path w="71832" h="82432" extrusionOk="0">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118934" y="3399771"/>
                  <a:ext cx="1196665" cy="2113124"/>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44" name="Google Shape;144;p5"/>
          <p:cNvSpPr txBox="1">
            <a:spLocks noGrp="1"/>
          </p:cNvSpPr>
          <p:nvPr>
            <p:ph type="subTitle" idx="1"/>
          </p:nvPr>
        </p:nvSpPr>
        <p:spPr>
          <a:xfrm>
            <a:off x="1254788" y="2601579"/>
            <a:ext cx="27768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solidFill>
                  <a:schemeClr val="dk2"/>
                </a:solidFill>
                <a:latin typeface="Orbitron"/>
                <a:ea typeface="Orbitron"/>
                <a:cs typeface="Orbitron"/>
                <a:sym typeface="Orbitron"/>
              </a:defRPr>
            </a:lvl1pPr>
            <a:lvl2pPr lvl="1" rtl="0">
              <a:lnSpc>
                <a:spcPct val="100000"/>
              </a:lnSpc>
              <a:spcBef>
                <a:spcPts val="0"/>
              </a:spcBef>
              <a:spcAft>
                <a:spcPts val="0"/>
              </a:spcAft>
              <a:buNone/>
              <a:defRPr sz="2200" b="1">
                <a:solidFill>
                  <a:schemeClr val="dk2"/>
                </a:solidFill>
                <a:latin typeface="Orbitron"/>
                <a:ea typeface="Orbitron"/>
                <a:cs typeface="Orbitron"/>
                <a:sym typeface="Orbitron"/>
              </a:defRPr>
            </a:lvl2pPr>
            <a:lvl3pPr lvl="2" rtl="0">
              <a:lnSpc>
                <a:spcPct val="100000"/>
              </a:lnSpc>
              <a:spcBef>
                <a:spcPts val="0"/>
              </a:spcBef>
              <a:spcAft>
                <a:spcPts val="0"/>
              </a:spcAft>
              <a:buNone/>
              <a:defRPr sz="2200" b="1">
                <a:solidFill>
                  <a:schemeClr val="dk2"/>
                </a:solidFill>
                <a:latin typeface="Orbitron"/>
                <a:ea typeface="Orbitron"/>
                <a:cs typeface="Orbitron"/>
                <a:sym typeface="Orbitron"/>
              </a:defRPr>
            </a:lvl3pPr>
            <a:lvl4pPr lvl="3" rtl="0">
              <a:lnSpc>
                <a:spcPct val="100000"/>
              </a:lnSpc>
              <a:spcBef>
                <a:spcPts val="0"/>
              </a:spcBef>
              <a:spcAft>
                <a:spcPts val="0"/>
              </a:spcAft>
              <a:buNone/>
              <a:defRPr sz="2200" b="1">
                <a:solidFill>
                  <a:schemeClr val="dk2"/>
                </a:solidFill>
                <a:latin typeface="Orbitron"/>
                <a:ea typeface="Orbitron"/>
                <a:cs typeface="Orbitron"/>
                <a:sym typeface="Orbitron"/>
              </a:defRPr>
            </a:lvl4pPr>
            <a:lvl5pPr lvl="4" rtl="0">
              <a:lnSpc>
                <a:spcPct val="100000"/>
              </a:lnSpc>
              <a:spcBef>
                <a:spcPts val="0"/>
              </a:spcBef>
              <a:spcAft>
                <a:spcPts val="0"/>
              </a:spcAft>
              <a:buNone/>
              <a:defRPr sz="2200" b="1">
                <a:solidFill>
                  <a:schemeClr val="dk2"/>
                </a:solidFill>
                <a:latin typeface="Orbitron"/>
                <a:ea typeface="Orbitron"/>
                <a:cs typeface="Orbitron"/>
                <a:sym typeface="Orbitron"/>
              </a:defRPr>
            </a:lvl5pPr>
            <a:lvl6pPr lvl="5" rtl="0">
              <a:lnSpc>
                <a:spcPct val="100000"/>
              </a:lnSpc>
              <a:spcBef>
                <a:spcPts val="0"/>
              </a:spcBef>
              <a:spcAft>
                <a:spcPts val="0"/>
              </a:spcAft>
              <a:buNone/>
              <a:defRPr sz="2200" b="1">
                <a:solidFill>
                  <a:schemeClr val="dk2"/>
                </a:solidFill>
                <a:latin typeface="Orbitron"/>
                <a:ea typeface="Orbitron"/>
                <a:cs typeface="Orbitron"/>
                <a:sym typeface="Orbitron"/>
              </a:defRPr>
            </a:lvl6pPr>
            <a:lvl7pPr lvl="6" rtl="0">
              <a:lnSpc>
                <a:spcPct val="100000"/>
              </a:lnSpc>
              <a:spcBef>
                <a:spcPts val="0"/>
              </a:spcBef>
              <a:spcAft>
                <a:spcPts val="0"/>
              </a:spcAft>
              <a:buNone/>
              <a:defRPr sz="2200" b="1">
                <a:solidFill>
                  <a:schemeClr val="dk2"/>
                </a:solidFill>
                <a:latin typeface="Orbitron"/>
                <a:ea typeface="Orbitron"/>
                <a:cs typeface="Orbitron"/>
                <a:sym typeface="Orbitron"/>
              </a:defRPr>
            </a:lvl7pPr>
            <a:lvl8pPr lvl="7" rtl="0">
              <a:lnSpc>
                <a:spcPct val="100000"/>
              </a:lnSpc>
              <a:spcBef>
                <a:spcPts val="0"/>
              </a:spcBef>
              <a:spcAft>
                <a:spcPts val="0"/>
              </a:spcAft>
              <a:buNone/>
              <a:defRPr sz="2200" b="1">
                <a:solidFill>
                  <a:schemeClr val="dk2"/>
                </a:solidFill>
                <a:latin typeface="Orbitron"/>
                <a:ea typeface="Orbitron"/>
                <a:cs typeface="Orbitron"/>
                <a:sym typeface="Orbitron"/>
              </a:defRPr>
            </a:lvl8pPr>
            <a:lvl9pPr lvl="8" rtl="0">
              <a:lnSpc>
                <a:spcPct val="100000"/>
              </a:lnSpc>
              <a:spcBef>
                <a:spcPts val="0"/>
              </a:spcBef>
              <a:spcAft>
                <a:spcPts val="0"/>
              </a:spcAft>
              <a:buNone/>
              <a:defRPr sz="2200" b="1">
                <a:solidFill>
                  <a:schemeClr val="dk2"/>
                </a:solidFill>
                <a:latin typeface="Orbitron"/>
                <a:ea typeface="Orbitron"/>
                <a:cs typeface="Orbitron"/>
                <a:sym typeface="Orbitron"/>
              </a:defRPr>
            </a:lvl9pPr>
          </a:lstStyle>
          <a:p>
            <a:endParaRPr/>
          </a:p>
        </p:txBody>
      </p:sp>
      <p:sp>
        <p:nvSpPr>
          <p:cNvPr id="145" name="Google Shape;145;p5"/>
          <p:cNvSpPr txBox="1">
            <a:spLocks noGrp="1"/>
          </p:cNvSpPr>
          <p:nvPr>
            <p:ph type="subTitle" idx="2"/>
          </p:nvPr>
        </p:nvSpPr>
        <p:spPr>
          <a:xfrm>
            <a:off x="1254788" y="2972979"/>
            <a:ext cx="2776800" cy="88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600"/>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46" name="Google Shape;146;p5"/>
          <p:cNvSpPr txBox="1">
            <a:spLocks noGrp="1"/>
          </p:cNvSpPr>
          <p:nvPr>
            <p:ph type="subTitle" idx="3"/>
          </p:nvPr>
        </p:nvSpPr>
        <p:spPr>
          <a:xfrm>
            <a:off x="5112413" y="2601579"/>
            <a:ext cx="27768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solidFill>
                  <a:schemeClr val="dk2"/>
                </a:solidFill>
                <a:latin typeface="Orbitron"/>
                <a:ea typeface="Orbitron"/>
                <a:cs typeface="Orbitron"/>
                <a:sym typeface="Orbitron"/>
              </a:defRPr>
            </a:lvl1pPr>
            <a:lvl2pPr lvl="1" rtl="0">
              <a:lnSpc>
                <a:spcPct val="100000"/>
              </a:lnSpc>
              <a:spcBef>
                <a:spcPts val="0"/>
              </a:spcBef>
              <a:spcAft>
                <a:spcPts val="0"/>
              </a:spcAft>
              <a:buNone/>
              <a:defRPr sz="2200" b="1">
                <a:solidFill>
                  <a:schemeClr val="dk2"/>
                </a:solidFill>
                <a:latin typeface="Orbitron"/>
                <a:ea typeface="Orbitron"/>
                <a:cs typeface="Orbitron"/>
                <a:sym typeface="Orbitron"/>
              </a:defRPr>
            </a:lvl2pPr>
            <a:lvl3pPr lvl="2" rtl="0">
              <a:lnSpc>
                <a:spcPct val="100000"/>
              </a:lnSpc>
              <a:spcBef>
                <a:spcPts val="0"/>
              </a:spcBef>
              <a:spcAft>
                <a:spcPts val="0"/>
              </a:spcAft>
              <a:buNone/>
              <a:defRPr sz="2200" b="1">
                <a:solidFill>
                  <a:schemeClr val="dk2"/>
                </a:solidFill>
                <a:latin typeface="Orbitron"/>
                <a:ea typeface="Orbitron"/>
                <a:cs typeface="Orbitron"/>
                <a:sym typeface="Orbitron"/>
              </a:defRPr>
            </a:lvl3pPr>
            <a:lvl4pPr lvl="3" rtl="0">
              <a:lnSpc>
                <a:spcPct val="100000"/>
              </a:lnSpc>
              <a:spcBef>
                <a:spcPts val="0"/>
              </a:spcBef>
              <a:spcAft>
                <a:spcPts val="0"/>
              </a:spcAft>
              <a:buNone/>
              <a:defRPr sz="2200" b="1">
                <a:solidFill>
                  <a:schemeClr val="dk2"/>
                </a:solidFill>
                <a:latin typeface="Orbitron"/>
                <a:ea typeface="Orbitron"/>
                <a:cs typeface="Orbitron"/>
                <a:sym typeface="Orbitron"/>
              </a:defRPr>
            </a:lvl4pPr>
            <a:lvl5pPr lvl="4" rtl="0">
              <a:lnSpc>
                <a:spcPct val="100000"/>
              </a:lnSpc>
              <a:spcBef>
                <a:spcPts val="0"/>
              </a:spcBef>
              <a:spcAft>
                <a:spcPts val="0"/>
              </a:spcAft>
              <a:buNone/>
              <a:defRPr sz="2200" b="1">
                <a:solidFill>
                  <a:schemeClr val="dk2"/>
                </a:solidFill>
                <a:latin typeface="Orbitron"/>
                <a:ea typeface="Orbitron"/>
                <a:cs typeface="Orbitron"/>
                <a:sym typeface="Orbitron"/>
              </a:defRPr>
            </a:lvl5pPr>
            <a:lvl6pPr lvl="5" rtl="0">
              <a:lnSpc>
                <a:spcPct val="100000"/>
              </a:lnSpc>
              <a:spcBef>
                <a:spcPts val="0"/>
              </a:spcBef>
              <a:spcAft>
                <a:spcPts val="0"/>
              </a:spcAft>
              <a:buNone/>
              <a:defRPr sz="2200" b="1">
                <a:solidFill>
                  <a:schemeClr val="dk2"/>
                </a:solidFill>
                <a:latin typeface="Orbitron"/>
                <a:ea typeface="Orbitron"/>
                <a:cs typeface="Orbitron"/>
                <a:sym typeface="Orbitron"/>
              </a:defRPr>
            </a:lvl6pPr>
            <a:lvl7pPr lvl="6" rtl="0">
              <a:lnSpc>
                <a:spcPct val="100000"/>
              </a:lnSpc>
              <a:spcBef>
                <a:spcPts val="0"/>
              </a:spcBef>
              <a:spcAft>
                <a:spcPts val="0"/>
              </a:spcAft>
              <a:buNone/>
              <a:defRPr sz="2200" b="1">
                <a:solidFill>
                  <a:schemeClr val="dk2"/>
                </a:solidFill>
                <a:latin typeface="Orbitron"/>
                <a:ea typeface="Orbitron"/>
                <a:cs typeface="Orbitron"/>
                <a:sym typeface="Orbitron"/>
              </a:defRPr>
            </a:lvl7pPr>
            <a:lvl8pPr lvl="7" rtl="0">
              <a:lnSpc>
                <a:spcPct val="100000"/>
              </a:lnSpc>
              <a:spcBef>
                <a:spcPts val="0"/>
              </a:spcBef>
              <a:spcAft>
                <a:spcPts val="0"/>
              </a:spcAft>
              <a:buNone/>
              <a:defRPr sz="2200" b="1">
                <a:solidFill>
                  <a:schemeClr val="dk2"/>
                </a:solidFill>
                <a:latin typeface="Orbitron"/>
                <a:ea typeface="Orbitron"/>
                <a:cs typeface="Orbitron"/>
                <a:sym typeface="Orbitron"/>
              </a:defRPr>
            </a:lvl8pPr>
            <a:lvl9pPr lvl="8" rtl="0">
              <a:lnSpc>
                <a:spcPct val="100000"/>
              </a:lnSpc>
              <a:spcBef>
                <a:spcPts val="0"/>
              </a:spcBef>
              <a:spcAft>
                <a:spcPts val="0"/>
              </a:spcAft>
              <a:buNone/>
              <a:defRPr sz="2200" b="1">
                <a:solidFill>
                  <a:schemeClr val="dk2"/>
                </a:solidFill>
                <a:latin typeface="Orbitron"/>
                <a:ea typeface="Orbitron"/>
                <a:cs typeface="Orbitron"/>
                <a:sym typeface="Orbitron"/>
              </a:defRPr>
            </a:lvl9pPr>
          </a:lstStyle>
          <a:p>
            <a:endParaRPr/>
          </a:p>
        </p:txBody>
      </p:sp>
      <p:sp>
        <p:nvSpPr>
          <p:cNvPr id="147" name="Google Shape;147;p5"/>
          <p:cNvSpPr txBox="1">
            <a:spLocks noGrp="1"/>
          </p:cNvSpPr>
          <p:nvPr>
            <p:ph type="subTitle" idx="4"/>
          </p:nvPr>
        </p:nvSpPr>
        <p:spPr>
          <a:xfrm>
            <a:off x="5112413" y="2972979"/>
            <a:ext cx="2776800" cy="88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600"/>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48" name="Google Shape;148;p5"/>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Fredoka One"/>
              <a:buNone/>
              <a:defRPr/>
            </a:lvl1pPr>
            <a:lvl2pPr lvl="1"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a:endParaRPr/>
          </a:p>
        </p:txBody>
      </p:sp>
      <p:sp>
        <p:nvSpPr>
          <p:cNvPr id="149" name="Google Shape;149;p5"/>
          <p:cNvSpPr txBox="1">
            <a:spLocks noGrp="1"/>
          </p:cNvSpPr>
          <p:nvPr>
            <p:ph type="title" idx="5" hasCustomPrompt="1"/>
          </p:nvPr>
        </p:nvSpPr>
        <p:spPr>
          <a:xfrm>
            <a:off x="2200238" y="2019699"/>
            <a:ext cx="8859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150" name="Google Shape;150;p5"/>
          <p:cNvSpPr txBox="1">
            <a:spLocks noGrp="1"/>
          </p:cNvSpPr>
          <p:nvPr>
            <p:ph type="title" idx="6" hasCustomPrompt="1"/>
          </p:nvPr>
        </p:nvSpPr>
        <p:spPr>
          <a:xfrm>
            <a:off x="6057863" y="2019699"/>
            <a:ext cx="8859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3"/>
        <p:cNvGrpSpPr/>
        <p:nvPr/>
      </p:nvGrpSpPr>
      <p:grpSpPr>
        <a:xfrm>
          <a:off x="0" y="0"/>
          <a:ext cx="0" cy="0"/>
          <a:chOff x="0" y="0"/>
          <a:chExt cx="0" cy="0"/>
        </a:xfrm>
      </p:grpSpPr>
      <p:grpSp>
        <p:nvGrpSpPr>
          <p:cNvPr id="164" name="Google Shape;164;p7"/>
          <p:cNvGrpSpPr/>
          <p:nvPr/>
        </p:nvGrpSpPr>
        <p:grpSpPr>
          <a:xfrm>
            <a:off x="-1088076" y="-1000252"/>
            <a:ext cx="3803740" cy="4516379"/>
            <a:chOff x="-1060422" y="-1000252"/>
            <a:chExt cx="3803740" cy="4516379"/>
          </a:xfrm>
        </p:grpSpPr>
        <p:sp>
          <p:nvSpPr>
            <p:cNvPr id="165" name="Google Shape;165;p7"/>
            <p:cNvSpPr/>
            <p:nvPr/>
          </p:nvSpPr>
          <p:spPr>
            <a:xfrm>
              <a:off x="-1060422" y="-8"/>
              <a:ext cx="2552998" cy="1507261"/>
            </a:xfrm>
            <a:custGeom>
              <a:avLst/>
              <a:gdLst/>
              <a:ahLst/>
              <a:cxnLst/>
              <a:rect l="l" t="t" r="r" b="b"/>
              <a:pathLst>
                <a:path w="17209" h="10160" extrusionOk="0">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 name="Google Shape;166;p7"/>
            <p:cNvGrpSpPr/>
            <p:nvPr/>
          </p:nvGrpSpPr>
          <p:grpSpPr>
            <a:xfrm>
              <a:off x="945461" y="736374"/>
              <a:ext cx="219510" cy="219124"/>
              <a:chOff x="1466575" y="2391250"/>
              <a:chExt cx="59575" cy="59475"/>
            </a:xfrm>
          </p:grpSpPr>
          <p:sp>
            <p:nvSpPr>
              <p:cNvPr id="167" name="Google Shape;167;p7"/>
              <p:cNvSpPr/>
              <p:nvPr/>
            </p:nvSpPr>
            <p:spPr>
              <a:xfrm>
                <a:off x="1491600" y="2391250"/>
                <a:ext cx="9425" cy="59475"/>
              </a:xfrm>
              <a:custGeom>
                <a:avLst/>
                <a:gdLst/>
                <a:ahLst/>
                <a:cxnLst/>
                <a:rect l="l" t="t" r="r" b="b"/>
                <a:pathLst>
                  <a:path w="377" h="2379" extrusionOk="0">
                    <a:moveTo>
                      <a:pt x="0" y="1"/>
                    </a:moveTo>
                    <a:lnTo>
                      <a:pt x="0" y="2379"/>
                    </a:lnTo>
                    <a:lnTo>
                      <a:pt x="377" y="2379"/>
                    </a:lnTo>
                    <a:lnTo>
                      <a:pt x="3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7"/>
              <p:cNvSpPr/>
              <p:nvPr/>
            </p:nvSpPr>
            <p:spPr>
              <a:xfrm>
                <a:off x="1466575" y="2416275"/>
                <a:ext cx="59575" cy="9425"/>
              </a:xfrm>
              <a:custGeom>
                <a:avLst/>
                <a:gdLst/>
                <a:ahLst/>
                <a:cxnLst/>
                <a:rect l="l" t="t" r="r" b="b"/>
                <a:pathLst>
                  <a:path w="2383" h="377" extrusionOk="0">
                    <a:moveTo>
                      <a:pt x="1" y="1"/>
                    </a:moveTo>
                    <a:lnTo>
                      <a:pt x="1" y="377"/>
                    </a:lnTo>
                    <a:lnTo>
                      <a:pt x="2382" y="377"/>
                    </a:lnTo>
                    <a:lnTo>
                      <a:pt x="23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7"/>
            <p:cNvGrpSpPr/>
            <p:nvPr/>
          </p:nvGrpSpPr>
          <p:grpSpPr>
            <a:xfrm>
              <a:off x="-384164" y="-1000252"/>
              <a:ext cx="3127481" cy="4516379"/>
              <a:chOff x="278245" y="-184325"/>
              <a:chExt cx="2358228" cy="3405504"/>
            </a:xfrm>
          </p:grpSpPr>
          <p:grpSp>
            <p:nvGrpSpPr>
              <p:cNvPr id="170" name="Google Shape;170;p7"/>
              <p:cNvGrpSpPr/>
              <p:nvPr/>
            </p:nvGrpSpPr>
            <p:grpSpPr>
              <a:xfrm>
                <a:off x="278245" y="-184325"/>
                <a:ext cx="2358228" cy="3336759"/>
                <a:chOff x="1181475" y="2041825"/>
                <a:chExt cx="620325" cy="877725"/>
              </a:xfrm>
            </p:grpSpPr>
            <p:sp>
              <p:nvSpPr>
                <p:cNvPr id="171" name="Google Shape;171;p7"/>
                <p:cNvSpPr/>
                <p:nvPr/>
              </p:nvSpPr>
              <p:spPr>
                <a:xfrm>
                  <a:off x="1185375" y="2377350"/>
                  <a:ext cx="119525" cy="119500"/>
                </a:xfrm>
                <a:custGeom>
                  <a:avLst/>
                  <a:gdLst/>
                  <a:ahLst/>
                  <a:cxnLst/>
                  <a:rect l="l" t="t" r="r" b="b"/>
                  <a:pathLst>
                    <a:path w="4781" h="4780" extrusionOk="0">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7"/>
                <p:cNvSpPr/>
                <p:nvPr/>
              </p:nvSpPr>
              <p:spPr>
                <a:xfrm>
                  <a:off x="1767500" y="2041825"/>
                  <a:ext cx="34300" cy="29425"/>
                </a:xfrm>
                <a:custGeom>
                  <a:avLst/>
                  <a:gdLst/>
                  <a:ahLst/>
                  <a:cxnLst/>
                  <a:rect l="l" t="t" r="r" b="b"/>
                  <a:pathLst>
                    <a:path w="1372" h="1177" extrusionOk="0">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7"/>
                <p:cNvSpPr/>
                <p:nvPr/>
              </p:nvSpPr>
              <p:spPr>
                <a:xfrm>
                  <a:off x="1181475" y="2060725"/>
                  <a:ext cx="600250" cy="858825"/>
                </a:xfrm>
                <a:custGeom>
                  <a:avLst/>
                  <a:gdLst/>
                  <a:ahLst/>
                  <a:cxnLst/>
                  <a:rect l="l" t="t" r="r" b="b"/>
                  <a:pathLst>
                    <a:path w="24010" h="34353" extrusionOk="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7"/>
                <p:cNvSpPr/>
                <p:nvPr/>
              </p:nvSpPr>
              <p:spPr>
                <a:xfrm>
                  <a:off x="1260925" y="2268575"/>
                  <a:ext cx="243200" cy="370575"/>
                </a:xfrm>
                <a:custGeom>
                  <a:avLst/>
                  <a:gdLst/>
                  <a:ahLst/>
                  <a:cxnLst/>
                  <a:rect l="l" t="t" r="r" b="b"/>
                  <a:pathLst>
                    <a:path w="9728" h="14823" extrusionOk="0">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7"/>
                <p:cNvSpPr/>
                <p:nvPr/>
              </p:nvSpPr>
              <p:spPr>
                <a:xfrm>
                  <a:off x="1194400" y="2571875"/>
                  <a:ext cx="129400" cy="204375"/>
                </a:xfrm>
                <a:custGeom>
                  <a:avLst/>
                  <a:gdLst/>
                  <a:ahLst/>
                  <a:cxnLst/>
                  <a:rect l="l" t="t" r="r" b="b"/>
                  <a:pathLst>
                    <a:path w="5176" h="8175" extrusionOk="0">
                      <a:moveTo>
                        <a:pt x="0" y="1"/>
                      </a:moveTo>
                      <a:lnTo>
                        <a:pt x="0" y="3087"/>
                      </a:lnTo>
                      <a:lnTo>
                        <a:pt x="5088" y="8175"/>
                      </a:lnTo>
                      <a:lnTo>
                        <a:pt x="5176" y="8087"/>
                      </a:lnTo>
                      <a:lnTo>
                        <a:pt x="124" y="3035"/>
                      </a:lnTo>
                      <a:lnTo>
                        <a:pt x="1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6" name="Google Shape;176;p7"/>
              <p:cNvSpPr/>
              <p:nvPr/>
            </p:nvSpPr>
            <p:spPr>
              <a:xfrm>
                <a:off x="336260" y="3109317"/>
                <a:ext cx="130395" cy="111862"/>
              </a:xfrm>
              <a:custGeom>
                <a:avLst/>
                <a:gdLst/>
                <a:ahLst/>
                <a:cxnLst/>
                <a:rect l="l" t="t" r="r" b="b"/>
                <a:pathLst>
                  <a:path w="1372" h="1177" extrusionOk="0">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7" name="Google Shape;177;p7"/>
          <p:cNvGrpSpPr/>
          <p:nvPr/>
        </p:nvGrpSpPr>
        <p:grpSpPr>
          <a:xfrm>
            <a:off x="265779" y="4373872"/>
            <a:ext cx="4306224" cy="2966902"/>
            <a:chOff x="293432" y="4373872"/>
            <a:chExt cx="4306224" cy="2966902"/>
          </a:xfrm>
        </p:grpSpPr>
        <p:grpSp>
          <p:nvGrpSpPr>
            <p:cNvPr id="178" name="Google Shape;178;p7"/>
            <p:cNvGrpSpPr/>
            <p:nvPr/>
          </p:nvGrpSpPr>
          <p:grpSpPr>
            <a:xfrm>
              <a:off x="3565695" y="4429961"/>
              <a:ext cx="801674" cy="397824"/>
              <a:chOff x="1622300" y="2291700"/>
              <a:chExt cx="118800" cy="58950"/>
            </a:xfrm>
          </p:grpSpPr>
          <p:sp>
            <p:nvSpPr>
              <p:cNvPr id="179" name="Google Shape;179;p7"/>
              <p:cNvSpPr/>
              <p:nvPr/>
            </p:nvSpPr>
            <p:spPr>
              <a:xfrm>
                <a:off x="1672825" y="2291800"/>
                <a:ext cx="17950" cy="17825"/>
              </a:xfrm>
              <a:custGeom>
                <a:avLst/>
                <a:gdLst/>
                <a:ahLst/>
                <a:cxnLst/>
                <a:rect l="l" t="t" r="r" b="b"/>
                <a:pathLst>
                  <a:path w="718" h="713" extrusionOk="0">
                    <a:moveTo>
                      <a:pt x="101" y="0"/>
                    </a:moveTo>
                    <a:lnTo>
                      <a:pt x="1" y="96"/>
                    </a:lnTo>
                    <a:lnTo>
                      <a:pt x="621" y="713"/>
                    </a:lnTo>
                    <a:lnTo>
                      <a:pt x="717" y="617"/>
                    </a:lnTo>
                    <a:lnTo>
                      <a:pt x="1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7"/>
              <p:cNvSpPr/>
              <p:nvPr/>
            </p:nvSpPr>
            <p:spPr>
              <a:xfrm>
                <a:off x="1672825" y="2291700"/>
                <a:ext cx="17950" cy="17925"/>
              </a:xfrm>
              <a:custGeom>
                <a:avLst/>
                <a:gdLst/>
                <a:ahLst/>
                <a:cxnLst/>
                <a:rect l="l" t="t" r="r" b="b"/>
                <a:pathLst>
                  <a:path w="718" h="717" extrusionOk="0">
                    <a:moveTo>
                      <a:pt x="621" y="0"/>
                    </a:moveTo>
                    <a:lnTo>
                      <a:pt x="1" y="621"/>
                    </a:lnTo>
                    <a:lnTo>
                      <a:pt x="101" y="717"/>
                    </a:lnTo>
                    <a:lnTo>
                      <a:pt x="717" y="100"/>
                    </a:lnTo>
                    <a:lnTo>
                      <a:pt x="6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7"/>
              <p:cNvSpPr/>
              <p:nvPr/>
            </p:nvSpPr>
            <p:spPr>
              <a:xfrm>
                <a:off x="1723150" y="2291700"/>
                <a:ext cx="17950" cy="17925"/>
              </a:xfrm>
              <a:custGeom>
                <a:avLst/>
                <a:gdLst/>
                <a:ahLst/>
                <a:cxnLst/>
                <a:rect l="l" t="t" r="r" b="b"/>
                <a:pathLst>
                  <a:path w="718" h="717" extrusionOk="0">
                    <a:moveTo>
                      <a:pt x="97" y="0"/>
                    </a:moveTo>
                    <a:lnTo>
                      <a:pt x="1" y="100"/>
                    </a:lnTo>
                    <a:lnTo>
                      <a:pt x="617" y="717"/>
                    </a:lnTo>
                    <a:lnTo>
                      <a:pt x="718" y="621"/>
                    </a:lnTo>
                    <a:lnTo>
                      <a:pt x="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7"/>
              <p:cNvSpPr/>
              <p:nvPr/>
            </p:nvSpPr>
            <p:spPr>
              <a:xfrm>
                <a:off x="1723150" y="2291700"/>
                <a:ext cx="17950" cy="17925"/>
              </a:xfrm>
              <a:custGeom>
                <a:avLst/>
                <a:gdLst/>
                <a:ahLst/>
                <a:cxnLst/>
                <a:rect l="l" t="t" r="r" b="b"/>
                <a:pathLst>
                  <a:path w="718" h="717" extrusionOk="0">
                    <a:moveTo>
                      <a:pt x="617" y="0"/>
                    </a:moveTo>
                    <a:lnTo>
                      <a:pt x="1" y="621"/>
                    </a:lnTo>
                    <a:lnTo>
                      <a:pt x="101" y="717"/>
                    </a:lnTo>
                    <a:lnTo>
                      <a:pt x="718" y="100"/>
                    </a:lnTo>
                    <a:lnTo>
                      <a:pt x="6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7"/>
              <p:cNvSpPr/>
              <p:nvPr/>
            </p:nvSpPr>
            <p:spPr>
              <a:xfrm>
                <a:off x="1622300" y="2332725"/>
                <a:ext cx="17825" cy="17925"/>
              </a:xfrm>
              <a:custGeom>
                <a:avLst/>
                <a:gdLst/>
                <a:ahLst/>
                <a:cxnLst/>
                <a:rect l="l" t="t" r="r" b="b"/>
                <a:pathLst>
                  <a:path w="713" h="717" extrusionOk="0">
                    <a:moveTo>
                      <a:pt x="96" y="0"/>
                    </a:moveTo>
                    <a:lnTo>
                      <a:pt x="0" y="96"/>
                    </a:lnTo>
                    <a:lnTo>
                      <a:pt x="617" y="717"/>
                    </a:lnTo>
                    <a:lnTo>
                      <a:pt x="713" y="617"/>
                    </a:lnTo>
                    <a:lnTo>
                      <a:pt x="9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7"/>
              <p:cNvSpPr/>
              <p:nvPr/>
            </p:nvSpPr>
            <p:spPr>
              <a:xfrm>
                <a:off x="1622300" y="2332725"/>
                <a:ext cx="17825" cy="17925"/>
              </a:xfrm>
              <a:custGeom>
                <a:avLst/>
                <a:gdLst/>
                <a:ahLst/>
                <a:cxnLst/>
                <a:rect l="l" t="t" r="r" b="b"/>
                <a:pathLst>
                  <a:path w="713" h="717" extrusionOk="0">
                    <a:moveTo>
                      <a:pt x="617" y="0"/>
                    </a:moveTo>
                    <a:lnTo>
                      <a:pt x="0" y="617"/>
                    </a:lnTo>
                    <a:lnTo>
                      <a:pt x="96" y="717"/>
                    </a:lnTo>
                    <a:lnTo>
                      <a:pt x="713" y="96"/>
                    </a:lnTo>
                    <a:lnTo>
                      <a:pt x="6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7"/>
              <p:cNvSpPr/>
              <p:nvPr/>
            </p:nvSpPr>
            <p:spPr>
              <a:xfrm>
                <a:off x="1672525" y="2332625"/>
                <a:ext cx="17950" cy="17925"/>
              </a:xfrm>
              <a:custGeom>
                <a:avLst/>
                <a:gdLst/>
                <a:ahLst/>
                <a:cxnLst/>
                <a:rect l="l" t="t" r="r" b="b"/>
                <a:pathLst>
                  <a:path w="718" h="717" extrusionOk="0">
                    <a:moveTo>
                      <a:pt x="101" y="0"/>
                    </a:moveTo>
                    <a:lnTo>
                      <a:pt x="1" y="100"/>
                    </a:lnTo>
                    <a:lnTo>
                      <a:pt x="621" y="717"/>
                    </a:lnTo>
                    <a:lnTo>
                      <a:pt x="717" y="621"/>
                    </a:lnTo>
                    <a:lnTo>
                      <a:pt x="1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7"/>
              <p:cNvSpPr/>
              <p:nvPr/>
            </p:nvSpPr>
            <p:spPr>
              <a:xfrm>
                <a:off x="1672525" y="2332725"/>
                <a:ext cx="17950" cy="17925"/>
              </a:xfrm>
              <a:custGeom>
                <a:avLst/>
                <a:gdLst/>
                <a:ahLst/>
                <a:cxnLst/>
                <a:rect l="l" t="t" r="r" b="b"/>
                <a:pathLst>
                  <a:path w="718" h="717" extrusionOk="0">
                    <a:moveTo>
                      <a:pt x="621" y="0"/>
                    </a:moveTo>
                    <a:lnTo>
                      <a:pt x="1" y="617"/>
                    </a:lnTo>
                    <a:lnTo>
                      <a:pt x="101" y="717"/>
                    </a:lnTo>
                    <a:lnTo>
                      <a:pt x="717" y="96"/>
                    </a:lnTo>
                    <a:lnTo>
                      <a:pt x="6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 name="Google Shape;187;p7"/>
            <p:cNvGrpSpPr/>
            <p:nvPr/>
          </p:nvGrpSpPr>
          <p:grpSpPr>
            <a:xfrm rot="5400000" flipH="1">
              <a:off x="963093" y="3704212"/>
              <a:ext cx="2966902" cy="4306224"/>
              <a:chOff x="6769513" y="299393"/>
              <a:chExt cx="1308620" cy="1899525"/>
            </a:xfrm>
          </p:grpSpPr>
          <p:sp>
            <p:nvSpPr>
              <p:cNvPr id="188" name="Google Shape;188;p7"/>
              <p:cNvSpPr/>
              <p:nvPr/>
            </p:nvSpPr>
            <p:spPr>
              <a:xfrm>
                <a:off x="7817889" y="1007055"/>
                <a:ext cx="252070" cy="252070"/>
              </a:xfrm>
              <a:custGeom>
                <a:avLst/>
                <a:gdLst/>
                <a:ahLst/>
                <a:cxnLst/>
                <a:rect l="l" t="t" r="r" b="b"/>
                <a:pathLst>
                  <a:path w="4564" h="4564" extrusionOk="0">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7"/>
              <p:cNvSpPr/>
              <p:nvPr/>
            </p:nvSpPr>
            <p:spPr>
              <a:xfrm>
                <a:off x="7983027" y="2137006"/>
                <a:ext cx="72351" cy="61913"/>
              </a:xfrm>
              <a:custGeom>
                <a:avLst/>
                <a:gdLst/>
                <a:ahLst/>
                <a:cxnLst/>
                <a:rect l="l" t="t" r="r" b="b"/>
                <a:pathLst>
                  <a:path w="1310" h="1121" extrusionOk="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7"/>
              <p:cNvSpPr/>
              <p:nvPr/>
            </p:nvSpPr>
            <p:spPr>
              <a:xfrm>
                <a:off x="6769513" y="299393"/>
                <a:ext cx="61968" cy="61747"/>
              </a:xfrm>
              <a:custGeom>
                <a:avLst/>
                <a:gdLst/>
                <a:ahLst/>
                <a:cxnLst/>
                <a:rect l="l" t="t" r="r" b="b"/>
                <a:pathLst>
                  <a:path w="1122" h="1118" extrusionOk="0">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7"/>
              <p:cNvSpPr/>
              <p:nvPr/>
            </p:nvSpPr>
            <p:spPr>
              <a:xfrm>
                <a:off x="6811985" y="339214"/>
                <a:ext cx="1266148" cy="1811765"/>
              </a:xfrm>
              <a:custGeom>
                <a:avLst/>
                <a:gdLst/>
                <a:ahLst/>
                <a:cxnLst/>
                <a:rect l="l" t="t" r="r" b="b"/>
                <a:pathLst>
                  <a:path w="22925" h="32804" extrusionOk="0">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7"/>
              <p:cNvSpPr/>
              <p:nvPr/>
            </p:nvSpPr>
            <p:spPr>
              <a:xfrm>
                <a:off x="7397589" y="777575"/>
                <a:ext cx="512976" cy="781781"/>
              </a:xfrm>
              <a:custGeom>
                <a:avLst/>
                <a:gdLst/>
                <a:ahLst/>
                <a:cxnLst/>
                <a:rect l="l" t="t" r="r" b="b"/>
                <a:pathLst>
                  <a:path w="9288" h="14155" extrusionOk="0">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7"/>
              <p:cNvSpPr/>
              <p:nvPr/>
            </p:nvSpPr>
            <p:spPr>
              <a:xfrm>
                <a:off x="7777847" y="1417359"/>
                <a:ext cx="273112" cy="431181"/>
              </a:xfrm>
              <a:custGeom>
                <a:avLst/>
                <a:gdLst/>
                <a:ahLst/>
                <a:cxnLst/>
                <a:rect l="l" t="t" r="r" b="b"/>
                <a:pathLst>
                  <a:path w="4945" h="7807" extrusionOk="0">
                    <a:moveTo>
                      <a:pt x="4824" y="1"/>
                    </a:moveTo>
                    <a:lnTo>
                      <a:pt x="4824" y="2899"/>
                    </a:lnTo>
                    <a:lnTo>
                      <a:pt x="1" y="7722"/>
                    </a:lnTo>
                    <a:lnTo>
                      <a:pt x="85" y="7806"/>
                    </a:lnTo>
                    <a:lnTo>
                      <a:pt x="4944" y="2951"/>
                    </a:lnTo>
                    <a:lnTo>
                      <a:pt x="49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4" name="Google Shape;194;p7"/>
          <p:cNvSpPr txBox="1">
            <a:spLocks noGrp="1"/>
          </p:cNvSpPr>
          <p:nvPr>
            <p:ph type="title"/>
          </p:nvPr>
        </p:nvSpPr>
        <p:spPr>
          <a:xfrm>
            <a:off x="945441" y="1323878"/>
            <a:ext cx="3442500" cy="14313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195" name="Google Shape;195;p7"/>
          <p:cNvSpPr txBox="1">
            <a:spLocks noGrp="1"/>
          </p:cNvSpPr>
          <p:nvPr>
            <p:ph type="subTitle" idx="1"/>
          </p:nvPr>
        </p:nvSpPr>
        <p:spPr>
          <a:xfrm>
            <a:off x="945450" y="2750728"/>
            <a:ext cx="3442500" cy="1076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96"/>
        <p:cNvGrpSpPr/>
        <p:nvPr/>
      </p:nvGrpSpPr>
      <p:grpSpPr>
        <a:xfrm>
          <a:off x="0" y="0"/>
          <a:ext cx="0" cy="0"/>
          <a:chOff x="0" y="0"/>
          <a:chExt cx="0" cy="0"/>
        </a:xfrm>
      </p:grpSpPr>
      <p:grpSp>
        <p:nvGrpSpPr>
          <p:cNvPr id="197" name="Google Shape;197;p8"/>
          <p:cNvGrpSpPr/>
          <p:nvPr/>
        </p:nvGrpSpPr>
        <p:grpSpPr>
          <a:xfrm>
            <a:off x="-1897800" y="-564139"/>
            <a:ext cx="12137626" cy="7877286"/>
            <a:chOff x="-1897800" y="-564139"/>
            <a:chExt cx="12137626" cy="7877286"/>
          </a:xfrm>
        </p:grpSpPr>
        <p:sp>
          <p:nvSpPr>
            <p:cNvPr id="198" name="Google Shape;198;p8"/>
            <p:cNvSpPr/>
            <p:nvPr/>
          </p:nvSpPr>
          <p:spPr>
            <a:xfrm flipH="1">
              <a:off x="6899664" y="-444798"/>
              <a:ext cx="3031826" cy="2004580"/>
            </a:xfrm>
            <a:custGeom>
              <a:avLst/>
              <a:gdLst/>
              <a:ahLst/>
              <a:cxnLst/>
              <a:rect l="l" t="t" r="r" b="b"/>
              <a:pathLst>
                <a:path w="24054" h="15904" extrusionOk="0">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8"/>
            <p:cNvSpPr/>
            <p:nvPr/>
          </p:nvSpPr>
          <p:spPr>
            <a:xfrm>
              <a:off x="-1897800" y="1636082"/>
              <a:ext cx="6322101" cy="5677064"/>
            </a:xfrm>
            <a:custGeom>
              <a:avLst/>
              <a:gdLst/>
              <a:ahLst/>
              <a:cxnLst/>
              <a:rect l="l" t="t" r="r" b="b"/>
              <a:pathLst>
                <a:path w="71519" h="64222" extrusionOk="0">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0" name="Google Shape;200;p8"/>
            <p:cNvGrpSpPr/>
            <p:nvPr/>
          </p:nvGrpSpPr>
          <p:grpSpPr>
            <a:xfrm>
              <a:off x="2033644" y="4281755"/>
              <a:ext cx="618213" cy="306426"/>
              <a:chOff x="5989375" y="1843575"/>
              <a:chExt cx="136525" cy="67675"/>
            </a:xfrm>
          </p:grpSpPr>
          <p:sp>
            <p:nvSpPr>
              <p:cNvPr id="201" name="Google Shape;201;p8"/>
              <p:cNvSpPr/>
              <p:nvPr/>
            </p:nvSpPr>
            <p:spPr>
              <a:xfrm>
                <a:off x="6047225" y="1843575"/>
                <a:ext cx="20525" cy="20550"/>
              </a:xfrm>
              <a:custGeom>
                <a:avLst/>
                <a:gdLst/>
                <a:ahLst/>
                <a:cxnLst/>
                <a:rect l="l" t="t" r="r" b="b"/>
                <a:pathLst>
                  <a:path w="821" h="822" extrusionOk="0">
                    <a:moveTo>
                      <a:pt x="709" y="0"/>
                    </a:moveTo>
                    <a:lnTo>
                      <a:pt x="0" y="709"/>
                    </a:lnTo>
                    <a:lnTo>
                      <a:pt x="112" y="821"/>
                    </a:lnTo>
                    <a:lnTo>
                      <a:pt x="821" y="113"/>
                    </a:lnTo>
                    <a:lnTo>
                      <a:pt x="7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8"/>
              <p:cNvSpPr/>
              <p:nvPr/>
            </p:nvSpPr>
            <p:spPr>
              <a:xfrm>
                <a:off x="6047225" y="1843575"/>
                <a:ext cx="20525" cy="20550"/>
              </a:xfrm>
              <a:custGeom>
                <a:avLst/>
                <a:gdLst/>
                <a:ahLst/>
                <a:cxnLst/>
                <a:rect l="l" t="t" r="r" b="b"/>
                <a:pathLst>
                  <a:path w="821" h="822" extrusionOk="0">
                    <a:moveTo>
                      <a:pt x="112" y="0"/>
                    </a:moveTo>
                    <a:lnTo>
                      <a:pt x="0" y="113"/>
                    </a:lnTo>
                    <a:lnTo>
                      <a:pt x="709" y="821"/>
                    </a:lnTo>
                    <a:lnTo>
                      <a:pt x="821" y="709"/>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8"/>
              <p:cNvSpPr/>
              <p:nvPr/>
            </p:nvSpPr>
            <p:spPr>
              <a:xfrm>
                <a:off x="5989475" y="1843675"/>
                <a:ext cx="20650" cy="20550"/>
              </a:xfrm>
              <a:custGeom>
                <a:avLst/>
                <a:gdLst/>
                <a:ahLst/>
                <a:cxnLst/>
                <a:rect l="l" t="t" r="r" b="b"/>
                <a:pathLst>
                  <a:path w="826" h="822" extrusionOk="0">
                    <a:moveTo>
                      <a:pt x="713" y="0"/>
                    </a:moveTo>
                    <a:lnTo>
                      <a:pt x="1" y="709"/>
                    </a:lnTo>
                    <a:lnTo>
                      <a:pt x="113" y="821"/>
                    </a:lnTo>
                    <a:lnTo>
                      <a:pt x="825" y="113"/>
                    </a:lnTo>
                    <a:lnTo>
                      <a:pt x="7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8"/>
              <p:cNvSpPr/>
              <p:nvPr/>
            </p:nvSpPr>
            <p:spPr>
              <a:xfrm>
                <a:off x="5989375" y="1843575"/>
                <a:ext cx="20650" cy="20550"/>
              </a:xfrm>
              <a:custGeom>
                <a:avLst/>
                <a:gdLst/>
                <a:ahLst/>
                <a:cxnLst/>
                <a:rect l="l" t="t" r="r" b="b"/>
                <a:pathLst>
                  <a:path w="826" h="822" extrusionOk="0">
                    <a:moveTo>
                      <a:pt x="117" y="0"/>
                    </a:moveTo>
                    <a:lnTo>
                      <a:pt x="1" y="113"/>
                    </a:lnTo>
                    <a:lnTo>
                      <a:pt x="713" y="821"/>
                    </a:lnTo>
                    <a:lnTo>
                      <a:pt x="825" y="709"/>
                    </a:lnTo>
                    <a:lnTo>
                      <a:pt x="1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8"/>
              <p:cNvSpPr/>
              <p:nvPr/>
            </p:nvSpPr>
            <p:spPr>
              <a:xfrm>
                <a:off x="6105350" y="1890600"/>
                <a:ext cx="20550" cy="20650"/>
              </a:xfrm>
              <a:custGeom>
                <a:avLst/>
                <a:gdLst/>
                <a:ahLst/>
                <a:cxnLst/>
                <a:rect l="l" t="t" r="r" b="b"/>
                <a:pathLst>
                  <a:path w="822" h="826" extrusionOk="0">
                    <a:moveTo>
                      <a:pt x="709" y="1"/>
                    </a:moveTo>
                    <a:lnTo>
                      <a:pt x="1" y="713"/>
                    </a:lnTo>
                    <a:lnTo>
                      <a:pt x="113" y="825"/>
                    </a:lnTo>
                    <a:lnTo>
                      <a:pt x="821" y="113"/>
                    </a:lnTo>
                    <a:lnTo>
                      <a:pt x="70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8"/>
              <p:cNvSpPr/>
              <p:nvPr/>
            </p:nvSpPr>
            <p:spPr>
              <a:xfrm>
                <a:off x="6105350" y="1890600"/>
                <a:ext cx="20550" cy="20650"/>
              </a:xfrm>
              <a:custGeom>
                <a:avLst/>
                <a:gdLst/>
                <a:ahLst/>
                <a:cxnLst/>
                <a:rect l="l" t="t" r="r" b="b"/>
                <a:pathLst>
                  <a:path w="822" h="826" extrusionOk="0">
                    <a:moveTo>
                      <a:pt x="113" y="1"/>
                    </a:moveTo>
                    <a:lnTo>
                      <a:pt x="1" y="113"/>
                    </a:lnTo>
                    <a:lnTo>
                      <a:pt x="709" y="825"/>
                    </a:lnTo>
                    <a:lnTo>
                      <a:pt x="821" y="709"/>
                    </a:lnTo>
                    <a:lnTo>
                      <a:pt x="1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8"/>
              <p:cNvSpPr/>
              <p:nvPr/>
            </p:nvSpPr>
            <p:spPr>
              <a:xfrm>
                <a:off x="6047525" y="1890600"/>
                <a:ext cx="20625" cy="20650"/>
              </a:xfrm>
              <a:custGeom>
                <a:avLst/>
                <a:gdLst/>
                <a:ahLst/>
                <a:cxnLst/>
                <a:rect l="l" t="t" r="r" b="b"/>
                <a:pathLst>
                  <a:path w="825" h="826" extrusionOk="0">
                    <a:moveTo>
                      <a:pt x="713" y="1"/>
                    </a:moveTo>
                    <a:lnTo>
                      <a:pt x="0" y="709"/>
                    </a:lnTo>
                    <a:lnTo>
                      <a:pt x="116" y="825"/>
                    </a:lnTo>
                    <a:lnTo>
                      <a:pt x="825" y="113"/>
                    </a:lnTo>
                    <a:lnTo>
                      <a:pt x="7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8"/>
              <p:cNvSpPr/>
              <p:nvPr/>
            </p:nvSpPr>
            <p:spPr>
              <a:xfrm>
                <a:off x="6047525" y="1890600"/>
                <a:ext cx="20625" cy="20650"/>
              </a:xfrm>
              <a:custGeom>
                <a:avLst/>
                <a:gdLst/>
                <a:ahLst/>
                <a:cxnLst/>
                <a:rect l="l" t="t" r="r" b="b"/>
                <a:pathLst>
                  <a:path w="825" h="826" extrusionOk="0">
                    <a:moveTo>
                      <a:pt x="112" y="1"/>
                    </a:moveTo>
                    <a:lnTo>
                      <a:pt x="0" y="113"/>
                    </a:lnTo>
                    <a:lnTo>
                      <a:pt x="713" y="825"/>
                    </a:lnTo>
                    <a:lnTo>
                      <a:pt x="825" y="70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 name="Google Shape;209;p8"/>
            <p:cNvGrpSpPr/>
            <p:nvPr/>
          </p:nvGrpSpPr>
          <p:grpSpPr>
            <a:xfrm>
              <a:off x="726170" y="3312113"/>
              <a:ext cx="1228886" cy="2188720"/>
              <a:chOff x="8389396" y="1055350"/>
              <a:chExt cx="1228886" cy="2188720"/>
            </a:xfrm>
          </p:grpSpPr>
          <p:sp>
            <p:nvSpPr>
              <p:cNvPr id="210" name="Google Shape;210;p8"/>
              <p:cNvSpPr/>
              <p:nvPr/>
            </p:nvSpPr>
            <p:spPr>
              <a:xfrm>
                <a:off x="8421616" y="1130946"/>
                <a:ext cx="1196665" cy="2113124"/>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8"/>
              <p:cNvSpPr/>
              <p:nvPr/>
            </p:nvSpPr>
            <p:spPr>
              <a:xfrm>
                <a:off x="8389396" y="1055350"/>
                <a:ext cx="95651" cy="95575"/>
              </a:xfrm>
              <a:custGeom>
                <a:avLst/>
                <a:gdLst/>
                <a:ahLst/>
                <a:cxnLst/>
                <a:rect l="l" t="t" r="r" b="b"/>
                <a:pathLst>
                  <a:path w="1374" h="1373" extrusionOk="0">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2" name="Google Shape;212;p8"/>
            <p:cNvSpPr/>
            <p:nvPr/>
          </p:nvSpPr>
          <p:spPr>
            <a:xfrm>
              <a:off x="6877775" y="3554813"/>
              <a:ext cx="3075605" cy="2033485"/>
            </a:xfrm>
            <a:custGeom>
              <a:avLst/>
              <a:gdLst/>
              <a:ahLst/>
              <a:cxnLst/>
              <a:rect l="l" t="t" r="r" b="b"/>
              <a:pathLst>
                <a:path w="24054" h="15904" extrusionOk="0">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3" name="Google Shape;213;p8"/>
            <p:cNvGrpSpPr/>
            <p:nvPr/>
          </p:nvGrpSpPr>
          <p:grpSpPr>
            <a:xfrm rot="5400000" flipH="1">
              <a:off x="8547291" y="741426"/>
              <a:ext cx="1228900" cy="2156171"/>
              <a:chOff x="455034" y="-121633"/>
              <a:chExt cx="629947" cy="1105275"/>
            </a:xfrm>
          </p:grpSpPr>
          <p:sp>
            <p:nvSpPr>
              <p:cNvPr id="214" name="Google Shape;214;p8"/>
              <p:cNvSpPr/>
              <p:nvPr/>
            </p:nvSpPr>
            <p:spPr>
              <a:xfrm>
                <a:off x="1007193" y="917077"/>
                <a:ext cx="77788" cy="66565"/>
              </a:xfrm>
              <a:custGeom>
                <a:avLst/>
                <a:gdLst/>
                <a:ahLst/>
                <a:cxnLst/>
                <a:rect l="l" t="t" r="r" b="b"/>
                <a:pathLst>
                  <a:path w="1310" h="1121" extrusionOk="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8"/>
              <p:cNvSpPr/>
              <p:nvPr/>
            </p:nvSpPr>
            <p:spPr>
              <a:xfrm>
                <a:off x="455034" y="-121633"/>
                <a:ext cx="592137" cy="1045622"/>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 name="Google Shape;216;p8"/>
            <p:cNvGrpSpPr/>
            <p:nvPr/>
          </p:nvGrpSpPr>
          <p:grpSpPr>
            <a:xfrm rot="5400000" flipH="1">
              <a:off x="8103897" y="2323328"/>
              <a:ext cx="471865" cy="38050"/>
              <a:chOff x="6298452" y="2390050"/>
              <a:chExt cx="140725" cy="11350"/>
            </a:xfrm>
          </p:grpSpPr>
          <p:sp>
            <p:nvSpPr>
              <p:cNvPr id="217" name="Google Shape;217;p8"/>
              <p:cNvSpPr/>
              <p:nvPr/>
            </p:nvSpPr>
            <p:spPr>
              <a:xfrm>
                <a:off x="6298452" y="2390050"/>
                <a:ext cx="70375" cy="11350"/>
              </a:xfrm>
              <a:custGeom>
                <a:avLst/>
                <a:gdLst/>
                <a:ahLst/>
                <a:cxnLst/>
                <a:rect l="l" t="t" r="r" b="b"/>
                <a:pathLst>
                  <a:path w="2815" h="454" extrusionOk="0">
                    <a:moveTo>
                      <a:pt x="1" y="1"/>
                    </a:moveTo>
                    <a:lnTo>
                      <a:pt x="1" y="453"/>
                    </a:lnTo>
                    <a:lnTo>
                      <a:pt x="2815" y="453"/>
                    </a:lnTo>
                    <a:lnTo>
                      <a:pt x="28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8"/>
              <p:cNvSpPr/>
              <p:nvPr/>
            </p:nvSpPr>
            <p:spPr>
              <a:xfrm>
                <a:off x="6382427" y="2390050"/>
                <a:ext cx="35150" cy="11350"/>
              </a:xfrm>
              <a:custGeom>
                <a:avLst/>
                <a:gdLst/>
                <a:ahLst/>
                <a:cxnLst/>
                <a:rect l="l" t="t" r="r" b="b"/>
                <a:pathLst>
                  <a:path w="1406" h="454" extrusionOk="0">
                    <a:moveTo>
                      <a:pt x="0" y="1"/>
                    </a:moveTo>
                    <a:lnTo>
                      <a:pt x="0" y="453"/>
                    </a:lnTo>
                    <a:lnTo>
                      <a:pt x="1405" y="453"/>
                    </a:lnTo>
                    <a:lnTo>
                      <a:pt x="14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8"/>
              <p:cNvSpPr/>
              <p:nvPr/>
            </p:nvSpPr>
            <p:spPr>
              <a:xfrm>
                <a:off x="6427952" y="2390050"/>
                <a:ext cx="11225" cy="11350"/>
              </a:xfrm>
              <a:custGeom>
                <a:avLst/>
                <a:gdLst/>
                <a:ahLst/>
                <a:cxnLst/>
                <a:rect l="l" t="t" r="r" b="b"/>
                <a:pathLst>
                  <a:path w="449" h="454" extrusionOk="0">
                    <a:moveTo>
                      <a:pt x="1" y="1"/>
                    </a:moveTo>
                    <a:lnTo>
                      <a:pt x="1" y="453"/>
                    </a:lnTo>
                    <a:lnTo>
                      <a:pt x="449" y="453"/>
                    </a:lnTo>
                    <a:lnTo>
                      <a:pt x="4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 name="Google Shape;220;p8"/>
            <p:cNvGrpSpPr/>
            <p:nvPr/>
          </p:nvGrpSpPr>
          <p:grpSpPr>
            <a:xfrm rot="5400000">
              <a:off x="5977384" y="2664541"/>
              <a:ext cx="2375896" cy="3296652"/>
              <a:chOff x="2132995" y="960308"/>
              <a:chExt cx="496177" cy="688438"/>
            </a:xfrm>
          </p:grpSpPr>
          <p:sp>
            <p:nvSpPr>
              <p:cNvPr id="221" name="Google Shape;221;p8"/>
              <p:cNvSpPr/>
              <p:nvPr/>
            </p:nvSpPr>
            <p:spPr>
              <a:xfrm>
                <a:off x="2143863" y="977753"/>
                <a:ext cx="473252" cy="659302"/>
              </a:xfrm>
              <a:custGeom>
                <a:avLst/>
                <a:gdLst/>
                <a:ahLst/>
                <a:cxnLst/>
                <a:rect l="l" t="t" r="r" b="b"/>
                <a:pathLst>
                  <a:path w="10363" h="14437" extrusionOk="0">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8"/>
              <p:cNvSpPr/>
              <p:nvPr/>
            </p:nvSpPr>
            <p:spPr>
              <a:xfrm>
                <a:off x="2401063" y="1126948"/>
                <a:ext cx="81608" cy="81608"/>
              </a:xfrm>
              <a:custGeom>
                <a:avLst/>
                <a:gdLst/>
                <a:ahLst/>
                <a:cxnLst/>
                <a:rect l="l" t="t" r="r" b="b"/>
                <a:pathLst>
                  <a:path w="1787" h="1787" extrusionOk="0">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8"/>
              <p:cNvSpPr/>
              <p:nvPr/>
            </p:nvSpPr>
            <p:spPr>
              <a:xfrm>
                <a:off x="2132995" y="960308"/>
                <a:ext cx="23610" cy="20231"/>
              </a:xfrm>
              <a:custGeom>
                <a:avLst/>
                <a:gdLst/>
                <a:ahLst/>
                <a:cxnLst/>
                <a:rect l="l" t="t" r="r" b="b"/>
                <a:pathLst>
                  <a:path w="517" h="443" extrusionOk="0">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8"/>
              <p:cNvSpPr/>
              <p:nvPr/>
            </p:nvSpPr>
            <p:spPr>
              <a:xfrm>
                <a:off x="2605425" y="1628651"/>
                <a:ext cx="23747" cy="20094"/>
              </a:xfrm>
              <a:custGeom>
                <a:avLst/>
                <a:gdLst/>
                <a:ahLst/>
                <a:cxnLst/>
                <a:rect l="l" t="t" r="r" b="b"/>
                <a:pathLst>
                  <a:path w="520" h="440" extrusionOk="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8"/>
              <p:cNvSpPr/>
              <p:nvPr/>
            </p:nvSpPr>
            <p:spPr>
              <a:xfrm>
                <a:off x="2145827" y="1025155"/>
                <a:ext cx="122024" cy="71515"/>
              </a:xfrm>
              <a:custGeom>
                <a:avLst/>
                <a:gdLst/>
                <a:ahLst/>
                <a:cxnLst/>
                <a:rect l="l" t="t" r="r" b="b"/>
                <a:pathLst>
                  <a:path w="2672" h="1566" extrusionOk="0">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 name="Google Shape;226;p8"/>
            <p:cNvGrpSpPr/>
            <p:nvPr/>
          </p:nvGrpSpPr>
          <p:grpSpPr>
            <a:xfrm>
              <a:off x="1592506" y="555320"/>
              <a:ext cx="457201" cy="78377"/>
              <a:chOff x="3029245" y="907035"/>
              <a:chExt cx="129011" cy="22560"/>
            </a:xfrm>
          </p:grpSpPr>
          <p:sp>
            <p:nvSpPr>
              <p:cNvPr id="227" name="Google Shape;227;p8"/>
              <p:cNvSpPr/>
              <p:nvPr/>
            </p:nvSpPr>
            <p:spPr>
              <a:xfrm>
                <a:off x="3126380" y="907035"/>
                <a:ext cx="31876" cy="22560"/>
              </a:xfrm>
              <a:custGeom>
                <a:avLst/>
                <a:gdLst/>
                <a:ahLst/>
                <a:cxnLst/>
                <a:rect l="l" t="t" r="r" b="b"/>
                <a:pathLst>
                  <a:path w="698" h="494" extrusionOk="0">
                    <a:moveTo>
                      <a:pt x="408" y="0"/>
                    </a:moveTo>
                    <a:lnTo>
                      <a:pt x="0" y="494"/>
                    </a:lnTo>
                    <a:lnTo>
                      <a:pt x="289" y="494"/>
                    </a:lnTo>
                    <a:lnTo>
                      <a:pt x="69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8"/>
              <p:cNvSpPr/>
              <p:nvPr/>
            </p:nvSpPr>
            <p:spPr>
              <a:xfrm>
                <a:off x="3101902" y="907035"/>
                <a:ext cx="31876" cy="22560"/>
              </a:xfrm>
              <a:custGeom>
                <a:avLst/>
                <a:gdLst/>
                <a:ahLst/>
                <a:cxnLst/>
                <a:rect l="l" t="t" r="r" b="b"/>
                <a:pathLst>
                  <a:path w="698" h="494" extrusionOk="0">
                    <a:moveTo>
                      <a:pt x="409" y="0"/>
                    </a:moveTo>
                    <a:lnTo>
                      <a:pt x="0" y="494"/>
                    </a:lnTo>
                    <a:lnTo>
                      <a:pt x="289" y="494"/>
                    </a:lnTo>
                    <a:lnTo>
                      <a:pt x="69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8"/>
              <p:cNvSpPr/>
              <p:nvPr/>
            </p:nvSpPr>
            <p:spPr>
              <a:xfrm>
                <a:off x="3077790" y="907035"/>
                <a:ext cx="31922" cy="22560"/>
              </a:xfrm>
              <a:custGeom>
                <a:avLst/>
                <a:gdLst/>
                <a:ahLst/>
                <a:cxnLst/>
                <a:rect l="l" t="t" r="r" b="b"/>
                <a:pathLst>
                  <a:path w="699" h="494" extrusionOk="0">
                    <a:moveTo>
                      <a:pt x="409" y="0"/>
                    </a:moveTo>
                    <a:lnTo>
                      <a:pt x="1" y="494"/>
                    </a:lnTo>
                    <a:lnTo>
                      <a:pt x="290" y="494"/>
                    </a:lnTo>
                    <a:lnTo>
                      <a:pt x="69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8"/>
              <p:cNvSpPr/>
              <p:nvPr/>
            </p:nvSpPr>
            <p:spPr>
              <a:xfrm>
                <a:off x="3053723" y="907035"/>
                <a:ext cx="31511" cy="22560"/>
              </a:xfrm>
              <a:custGeom>
                <a:avLst/>
                <a:gdLst/>
                <a:ahLst/>
                <a:cxnLst/>
                <a:rect l="l" t="t" r="r" b="b"/>
                <a:pathLst>
                  <a:path w="690" h="494" extrusionOk="0">
                    <a:moveTo>
                      <a:pt x="400" y="0"/>
                    </a:moveTo>
                    <a:lnTo>
                      <a:pt x="0" y="494"/>
                    </a:lnTo>
                    <a:lnTo>
                      <a:pt x="290" y="494"/>
                    </a:lnTo>
                    <a:lnTo>
                      <a:pt x="6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8"/>
              <p:cNvSpPr/>
              <p:nvPr/>
            </p:nvSpPr>
            <p:spPr>
              <a:xfrm>
                <a:off x="3029245" y="907035"/>
                <a:ext cx="31876" cy="22560"/>
              </a:xfrm>
              <a:custGeom>
                <a:avLst/>
                <a:gdLst/>
                <a:ahLst/>
                <a:cxnLst/>
                <a:rect l="l" t="t" r="r" b="b"/>
                <a:pathLst>
                  <a:path w="698" h="494" extrusionOk="0">
                    <a:moveTo>
                      <a:pt x="409" y="0"/>
                    </a:moveTo>
                    <a:lnTo>
                      <a:pt x="0" y="494"/>
                    </a:lnTo>
                    <a:lnTo>
                      <a:pt x="290" y="494"/>
                    </a:lnTo>
                    <a:lnTo>
                      <a:pt x="69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2" name="Google Shape;232;p8"/>
            <p:cNvSpPr/>
            <p:nvPr/>
          </p:nvSpPr>
          <p:spPr>
            <a:xfrm>
              <a:off x="-1478400" y="2"/>
              <a:ext cx="3381525" cy="1996389"/>
            </a:xfrm>
            <a:custGeom>
              <a:avLst/>
              <a:gdLst/>
              <a:ahLst/>
              <a:cxnLst/>
              <a:rect l="l" t="t" r="r" b="b"/>
              <a:pathLst>
                <a:path w="17209" h="10160" extrusionOk="0">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3" name="Google Shape;233;p8"/>
            <p:cNvGrpSpPr/>
            <p:nvPr/>
          </p:nvGrpSpPr>
          <p:grpSpPr>
            <a:xfrm flipH="1">
              <a:off x="465001" y="-564139"/>
              <a:ext cx="2374678" cy="2502550"/>
              <a:chOff x="2011428" y="602777"/>
              <a:chExt cx="774292" cy="815987"/>
            </a:xfrm>
          </p:grpSpPr>
          <p:sp>
            <p:nvSpPr>
              <p:cNvPr id="234" name="Google Shape;234;p8"/>
              <p:cNvSpPr/>
              <p:nvPr/>
            </p:nvSpPr>
            <p:spPr>
              <a:xfrm>
                <a:off x="2751470" y="1215132"/>
                <a:ext cx="15618" cy="109191"/>
              </a:xfrm>
              <a:custGeom>
                <a:avLst/>
                <a:gdLst/>
                <a:ahLst/>
                <a:cxnLst/>
                <a:rect l="l" t="t" r="r" b="b"/>
                <a:pathLst>
                  <a:path w="342" h="2391" extrusionOk="0">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8"/>
              <p:cNvSpPr/>
              <p:nvPr/>
            </p:nvSpPr>
            <p:spPr>
              <a:xfrm>
                <a:off x="2157107" y="742702"/>
                <a:ext cx="76950" cy="76995"/>
              </a:xfrm>
              <a:custGeom>
                <a:avLst/>
                <a:gdLst/>
                <a:ahLst/>
                <a:cxnLst/>
                <a:rect l="l" t="t" r="r" b="b"/>
                <a:pathLst>
                  <a:path w="1685" h="1686" extrusionOk="0">
                    <a:moveTo>
                      <a:pt x="0" y="1"/>
                    </a:moveTo>
                    <a:lnTo>
                      <a:pt x="842" y="843"/>
                    </a:lnTo>
                    <a:lnTo>
                      <a:pt x="1685" y="1685"/>
                    </a:lnTo>
                    <a:lnTo>
                      <a:pt x="1685" y="1209"/>
                    </a:lnTo>
                    <a:lnTo>
                      <a:pt x="1081" y="605"/>
                    </a:lnTo>
                    <a:lnTo>
                      <a:pt x="4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8"/>
              <p:cNvSpPr/>
              <p:nvPr/>
            </p:nvSpPr>
            <p:spPr>
              <a:xfrm>
                <a:off x="2011428" y="602777"/>
                <a:ext cx="37310" cy="32013"/>
              </a:xfrm>
              <a:custGeom>
                <a:avLst/>
                <a:gdLst/>
                <a:ahLst/>
                <a:cxnLst/>
                <a:rect l="l" t="t" r="r" b="b"/>
                <a:pathLst>
                  <a:path w="817" h="701" extrusionOk="0">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8"/>
              <p:cNvSpPr/>
              <p:nvPr/>
            </p:nvSpPr>
            <p:spPr>
              <a:xfrm>
                <a:off x="2748364" y="1386751"/>
                <a:ext cx="37356" cy="32013"/>
              </a:xfrm>
              <a:custGeom>
                <a:avLst/>
                <a:gdLst/>
                <a:ahLst/>
                <a:cxnLst/>
                <a:rect l="l" t="t" r="r" b="b"/>
                <a:pathLst>
                  <a:path w="818" h="701" extrusionOk="0">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8"/>
              <p:cNvSpPr/>
              <p:nvPr/>
            </p:nvSpPr>
            <p:spPr>
              <a:xfrm>
                <a:off x="2036271" y="623829"/>
                <a:ext cx="737804" cy="767351"/>
              </a:xfrm>
              <a:custGeom>
                <a:avLst/>
                <a:gdLst/>
                <a:ahLst/>
                <a:cxnLst/>
                <a:rect l="l" t="t" r="r" b="b"/>
                <a:pathLst>
                  <a:path w="16156" h="16803" extrusionOk="0">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8"/>
              <p:cNvSpPr/>
              <p:nvPr/>
            </p:nvSpPr>
            <p:spPr>
              <a:xfrm>
                <a:off x="2506326" y="916786"/>
                <a:ext cx="196233" cy="195822"/>
              </a:xfrm>
              <a:custGeom>
                <a:avLst/>
                <a:gdLst/>
                <a:ahLst/>
                <a:cxnLst/>
                <a:rect l="l" t="t" r="r" b="b"/>
                <a:pathLst>
                  <a:path w="4297" h="4288" extrusionOk="0">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 name="Google Shape;240;p8"/>
            <p:cNvGrpSpPr/>
            <p:nvPr/>
          </p:nvGrpSpPr>
          <p:grpSpPr>
            <a:xfrm rot="5400000" flipH="1">
              <a:off x="7897809" y="-611671"/>
              <a:ext cx="1047647" cy="1867550"/>
              <a:chOff x="4549150" y="1401575"/>
              <a:chExt cx="1183114" cy="2109034"/>
            </a:xfrm>
          </p:grpSpPr>
          <p:sp>
            <p:nvSpPr>
              <p:cNvPr id="241" name="Google Shape;241;p8"/>
              <p:cNvSpPr/>
              <p:nvPr/>
            </p:nvSpPr>
            <p:spPr>
              <a:xfrm>
                <a:off x="4549150" y="3383011"/>
                <a:ext cx="148997" cy="127598"/>
              </a:xfrm>
              <a:custGeom>
                <a:avLst/>
                <a:gdLst/>
                <a:ahLst/>
                <a:cxnLst/>
                <a:rect l="l" t="t" r="r" b="b"/>
                <a:pathLst>
                  <a:path w="1309" h="1121" extrusionOk="0">
                    <a:moveTo>
                      <a:pt x="560" y="300"/>
                    </a:moveTo>
                    <a:cubicBezTo>
                      <a:pt x="796" y="300"/>
                      <a:pt x="912" y="584"/>
                      <a:pt x="748" y="748"/>
                    </a:cubicBezTo>
                    <a:cubicBezTo>
                      <a:pt x="693" y="803"/>
                      <a:pt x="627" y="827"/>
                      <a:pt x="562" y="827"/>
                    </a:cubicBezTo>
                    <a:cubicBezTo>
                      <a:pt x="426" y="827"/>
                      <a:pt x="296" y="721"/>
                      <a:pt x="296" y="564"/>
                    </a:cubicBezTo>
                    <a:cubicBezTo>
                      <a:pt x="296" y="416"/>
                      <a:pt x="416" y="300"/>
                      <a:pt x="560" y="300"/>
                    </a:cubicBezTo>
                    <a:close/>
                    <a:moveTo>
                      <a:pt x="564" y="1"/>
                    </a:moveTo>
                    <a:cubicBezTo>
                      <a:pt x="276" y="1"/>
                      <a:pt x="1" y="226"/>
                      <a:pt x="3" y="564"/>
                    </a:cubicBezTo>
                    <a:cubicBezTo>
                      <a:pt x="3" y="872"/>
                      <a:pt x="252" y="1120"/>
                      <a:pt x="560" y="1120"/>
                    </a:cubicBezTo>
                    <a:cubicBezTo>
                      <a:pt x="1060" y="1120"/>
                      <a:pt x="1308" y="520"/>
                      <a:pt x="956" y="168"/>
                    </a:cubicBezTo>
                    <a:cubicBezTo>
                      <a:pt x="842" y="52"/>
                      <a:pt x="701" y="1"/>
                      <a:pt x="5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8"/>
              <p:cNvSpPr/>
              <p:nvPr/>
            </p:nvSpPr>
            <p:spPr>
              <a:xfrm>
                <a:off x="4597087" y="1401575"/>
                <a:ext cx="1135177" cy="2004344"/>
              </a:xfrm>
              <a:custGeom>
                <a:avLst/>
                <a:gdLst/>
                <a:ahLst/>
                <a:cxnLst/>
                <a:rect l="l" t="t" r="r" b="b"/>
                <a:pathLst>
                  <a:path w="9973" h="17609" extrusionOk="0">
                    <a:moveTo>
                      <a:pt x="9724" y="0"/>
                    </a:moveTo>
                    <a:lnTo>
                      <a:pt x="9724" y="2938"/>
                    </a:lnTo>
                    <a:lnTo>
                      <a:pt x="1" y="12661"/>
                    </a:lnTo>
                    <a:lnTo>
                      <a:pt x="1" y="17608"/>
                    </a:lnTo>
                    <a:lnTo>
                      <a:pt x="249" y="17608"/>
                    </a:lnTo>
                    <a:lnTo>
                      <a:pt x="249" y="12765"/>
                    </a:lnTo>
                    <a:lnTo>
                      <a:pt x="9972" y="3042"/>
                    </a:lnTo>
                    <a:lnTo>
                      <a:pt x="99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8"/>
            <p:cNvGrpSpPr/>
            <p:nvPr/>
          </p:nvGrpSpPr>
          <p:grpSpPr>
            <a:xfrm>
              <a:off x="-1552690" y="-385842"/>
              <a:ext cx="2375896" cy="3296652"/>
              <a:chOff x="2132995" y="960308"/>
              <a:chExt cx="496177" cy="688438"/>
            </a:xfrm>
          </p:grpSpPr>
          <p:sp>
            <p:nvSpPr>
              <p:cNvPr id="244" name="Google Shape;244;p8"/>
              <p:cNvSpPr/>
              <p:nvPr/>
            </p:nvSpPr>
            <p:spPr>
              <a:xfrm>
                <a:off x="2143863" y="977753"/>
                <a:ext cx="473252" cy="659302"/>
              </a:xfrm>
              <a:custGeom>
                <a:avLst/>
                <a:gdLst/>
                <a:ahLst/>
                <a:cxnLst/>
                <a:rect l="l" t="t" r="r" b="b"/>
                <a:pathLst>
                  <a:path w="10363" h="14437" extrusionOk="0">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8"/>
              <p:cNvSpPr/>
              <p:nvPr/>
            </p:nvSpPr>
            <p:spPr>
              <a:xfrm>
                <a:off x="2401063" y="1126948"/>
                <a:ext cx="81608" cy="81608"/>
              </a:xfrm>
              <a:custGeom>
                <a:avLst/>
                <a:gdLst/>
                <a:ahLst/>
                <a:cxnLst/>
                <a:rect l="l" t="t" r="r" b="b"/>
                <a:pathLst>
                  <a:path w="1787" h="1787" extrusionOk="0">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8"/>
              <p:cNvSpPr/>
              <p:nvPr/>
            </p:nvSpPr>
            <p:spPr>
              <a:xfrm>
                <a:off x="2132995" y="960308"/>
                <a:ext cx="23610" cy="20231"/>
              </a:xfrm>
              <a:custGeom>
                <a:avLst/>
                <a:gdLst/>
                <a:ahLst/>
                <a:cxnLst/>
                <a:rect l="l" t="t" r="r" b="b"/>
                <a:pathLst>
                  <a:path w="517" h="443" extrusionOk="0">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8"/>
              <p:cNvSpPr/>
              <p:nvPr/>
            </p:nvSpPr>
            <p:spPr>
              <a:xfrm>
                <a:off x="2605425" y="1628651"/>
                <a:ext cx="23747" cy="20094"/>
              </a:xfrm>
              <a:custGeom>
                <a:avLst/>
                <a:gdLst/>
                <a:ahLst/>
                <a:cxnLst/>
                <a:rect l="l" t="t" r="r" b="b"/>
                <a:pathLst>
                  <a:path w="520" h="440" extrusionOk="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8"/>
              <p:cNvSpPr/>
              <p:nvPr/>
            </p:nvSpPr>
            <p:spPr>
              <a:xfrm>
                <a:off x="2145827" y="1025155"/>
                <a:ext cx="122024" cy="71515"/>
              </a:xfrm>
              <a:custGeom>
                <a:avLst/>
                <a:gdLst/>
                <a:ahLst/>
                <a:cxnLst/>
                <a:rect l="l" t="t" r="r" b="b"/>
                <a:pathLst>
                  <a:path w="2672" h="1566" extrusionOk="0">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49" name="Google Shape;249;p8"/>
          <p:cNvSpPr txBox="1">
            <a:spLocks noGrp="1"/>
          </p:cNvSpPr>
          <p:nvPr>
            <p:ph type="title"/>
          </p:nvPr>
        </p:nvSpPr>
        <p:spPr>
          <a:xfrm>
            <a:off x="1269150" y="1483990"/>
            <a:ext cx="6605700" cy="222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8500"/>
              <a:buNone/>
              <a:defRPr sz="7000"/>
            </a:lvl1pPr>
            <a:lvl2pPr lvl="1" rtl="0">
              <a:lnSpc>
                <a:spcPct val="80000"/>
              </a:lnSpc>
              <a:spcBef>
                <a:spcPts val="0"/>
              </a:spcBef>
              <a:spcAft>
                <a:spcPts val="0"/>
              </a:spcAft>
              <a:buSzPts val="3200"/>
              <a:buNone/>
              <a:defRPr/>
            </a:lvl2pPr>
            <a:lvl3pPr lvl="2" rtl="0">
              <a:lnSpc>
                <a:spcPct val="80000"/>
              </a:lnSpc>
              <a:spcBef>
                <a:spcPts val="0"/>
              </a:spcBef>
              <a:spcAft>
                <a:spcPts val="0"/>
              </a:spcAft>
              <a:buSzPts val="3200"/>
              <a:buNone/>
              <a:defRPr/>
            </a:lvl3pPr>
            <a:lvl4pPr lvl="3" rtl="0">
              <a:lnSpc>
                <a:spcPct val="80000"/>
              </a:lnSpc>
              <a:spcBef>
                <a:spcPts val="0"/>
              </a:spcBef>
              <a:spcAft>
                <a:spcPts val="0"/>
              </a:spcAft>
              <a:buSzPts val="3200"/>
              <a:buNone/>
              <a:defRPr/>
            </a:lvl4pPr>
            <a:lvl5pPr lvl="4" rtl="0">
              <a:lnSpc>
                <a:spcPct val="80000"/>
              </a:lnSpc>
              <a:spcBef>
                <a:spcPts val="0"/>
              </a:spcBef>
              <a:spcAft>
                <a:spcPts val="0"/>
              </a:spcAft>
              <a:buSzPts val="3200"/>
              <a:buNone/>
              <a:defRPr/>
            </a:lvl5pPr>
            <a:lvl6pPr lvl="5" rtl="0">
              <a:lnSpc>
                <a:spcPct val="80000"/>
              </a:lnSpc>
              <a:spcBef>
                <a:spcPts val="0"/>
              </a:spcBef>
              <a:spcAft>
                <a:spcPts val="0"/>
              </a:spcAft>
              <a:buSzPts val="3200"/>
              <a:buNone/>
              <a:defRPr/>
            </a:lvl6pPr>
            <a:lvl7pPr lvl="6" rtl="0">
              <a:lnSpc>
                <a:spcPct val="80000"/>
              </a:lnSpc>
              <a:spcBef>
                <a:spcPts val="0"/>
              </a:spcBef>
              <a:spcAft>
                <a:spcPts val="0"/>
              </a:spcAft>
              <a:buSzPts val="3200"/>
              <a:buNone/>
              <a:defRPr/>
            </a:lvl7pPr>
            <a:lvl8pPr lvl="7" rtl="0">
              <a:lnSpc>
                <a:spcPct val="80000"/>
              </a:lnSpc>
              <a:spcBef>
                <a:spcPts val="0"/>
              </a:spcBef>
              <a:spcAft>
                <a:spcPts val="0"/>
              </a:spcAft>
              <a:buSzPts val="3200"/>
              <a:buNone/>
              <a:defRPr/>
            </a:lvl8pPr>
            <a:lvl9pPr lvl="8" rtl="0">
              <a:lnSpc>
                <a:spcPct val="80000"/>
              </a:lnSpc>
              <a:spcBef>
                <a:spcPts val="0"/>
              </a:spcBef>
              <a:spcAft>
                <a:spcPts val="0"/>
              </a:spcAft>
              <a:buSzPts val="3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95"/>
        <p:cNvGrpSpPr/>
        <p:nvPr/>
      </p:nvGrpSpPr>
      <p:grpSpPr>
        <a:xfrm>
          <a:off x="0" y="0"/>
          <a:ext cx="0" cy="0"/>
          <a:chOff x="0" y="0"/>
          <a:chExt cx="0" cy="0"/>
        </a:xfrm>
      </p:grpSpPr>
      <p:sp>
        <p:nvSpPr>
          <p:cNvPr id="296" name="Google Shape;296;p10"/>
          <p:cNvSpPr txBox="1">
            <a:spLocks noGrp="1"/>
          </p:cNvSpPr>
          <p:nvPr>
            <p:ph type="title"/>
          </p:nvPr>
        </p:nvSpPr>
        <p:spPr>
          <a:xfrm>
            <a:off x="720000" y="387600"/>
            <a:ext cx="5781300" cy="1014000"/>
          </a:xfrm>
          <a:prstGeom prst="rect">
            <a:avLst/>
          </a:prstGeom>
          <a:noFill/>
        </p:spPr>
        <p:txBody>
          <a:bodyPr spcFirstLastPara="1" wrap="square" lIns="91425" tIns="91425" rIns="91425" bIns="91425" anchor="t" anchorCtr="0">
            <a:noAutofit/>
          </a:bodyPr>
          <a:lstStyle>
            <a:lvl1pPr lvl="0" algn="l" rtl="0">
              <a:spcBef>
                <a:spcPts val="0"/>
              </a:spcBef>
              <a:spcAft>
                <a:spcPts val="0"/>
              </a:spcAft>
              <a:buClr>
                <a:schemeClr val="dk2"/>
              </a:buClr>
              <a:buSzPts val="3000"/>
              <a:buFont typeface="Fredoka One"/>
              <a:buNone/>
              <a:defRPr/>
            </a:lvl1pPr>
            <a:lvl2pPr lvl="1"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97"/>
        <p:cNvGrpSpPr/>
        <p:nvPr/>
      </p:nvGrpSpPr>
      <p:grpSpPr>
        <a:xfrm>
          <a:off x="0" y="0"/>
          <a:ext cx="0" cy="0"/>
          <a:chOff x="0" y="0"/>
          <a:chExt cx="0" cy="0"/>
        </a:xfrm>
      </p:grpSpPr>
      <p:grpSp>
        <p:nvGrpSpPr>
          <p:cNvPr id="298" name="Google Shape;298;p11"/>
          <p:cNvGrpSpPr/>
          <p:nvPr/>
        </p:nvGrpSpPr>
        <p:grpSpPr>
          <a:xfrm>
            <a:off x="-2489366" y="-3322835"/>
            <a:ext cx="14122731" cy="9293154"/>
            <a:chOff x="-2489366" y="-3322835"/>
            <a:chExt cx="14122731" cy="9293154"/>
          </a:xfrm>
        </p:grpSpPr>
        <p:grpSp>
          <p:nvGrpSpPr>
            <p:cNvPr id="299" name="Google Shape;299;p11"/>
            <p:cNvGrpSpPr/>
            <p:nvPr/>
          </p:nvGrpSpPr>
          <p:grpSpPr>
            <a:xfrm>
              <a:off x="4466625" y="-2619399"/>
              <a:ext cx="7166740" cy="6435526"/>
              <a:chOff x="4294391" y="-2619399"/>
              <a:chExt cx="7166740" cy="6435526"/>
            </a:xfrm>
          </p:grpSpPr>
          <p:sp>
            <p:nvSpPr>
              <p:cNvPr id="300" name="Google Shape;300;p11"/>
              <p:cNvSpPr/>
              <p:nvPr/>
            </p:nvSpPr>
            <p:spPr>
              <a:xfrm>
                <a:off x="4294391" y="-2619399"/>
                <a:ext cx="7166740" cy="6435526"/>
              </a:xfrm>
              <a:custGeom>
                <a:avLst/>
                <a:gdLst/>
                <a:ahLst/>
                <a:cxnLst/>
                <a:rect l="l" t="t" r="r" b="b"/>
                <a:pathLst>
                  <a:path w="71519" h="64222" extrusionOk="0">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1" name="Google Shape;301;p11"/>
              <p:cNvGrpSpPr/>
              <p:nvPr/>
            </p:nvGrpSpPr>
            <p:grpSpPr>
              <a:xfrm>
                <a:off x="6770409" y="691894"/>
                <a:ext cx="618213" cy="306426"/>
                <a:chOff x="5989375" y="1843575"/>
                <a:chExt cx="136525" cy="67675"/>
              </a:xfrm>
            </p:grpSpPr>
            <p:sp>
              <p:nvSpPr>
                <p:cNvPr id="302" name="Google Shape;302;p11"/>
                <p:cNvSpPr/>
                <p:nvPr/>
              </p:nvSpPr>
              <p:spPr>
                <a:xfrm>
                  <a:off x="6047225" y="1843575"/>
                  <a:ext cx="20525" cy="20550"/>
                </a:xfrm>
                <a:custGeom>
                  <a:avLst/>
                  <a:gdLst/>
                  <a:ahLst/>
                  <a:cxnLst/>
                  <a:rect l="l" t="t" r="r" b="b"/>
                  <a:pathLst>
                    <a:path w="821" h="822" extrusionOk="0">
                      <a:moveTo>
                        <a:pt x="709" y="0"/>
                      </a:moveTo>
                      <a:lnTo>
                        <a:pt x="0" y="709"/>
                      </a:lnTo>
                      <a:lnTo>
                        <a:pt x="112" y="821"/>
                      </a:lnTo>
                      <a:lnTo>
                        <a:pt x="821" y="113"/>
                      </a:lnTo>
                      <a:lnTo>
                        <a:pt x="7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1"/>
                <p:cNvSpPr/>
                <p:nvPr/>
              </p:nvSpPr>
              <p:spPr>
                <a:xfrm>
                  <a:off x="6047225" y="1843575"/>
                  <a:ext cx="20525" cy="20550"/>
                </a:xfrm>
                <a:custGeom>
                  <a:avLst/>
                  <a:gdLst/>
                  <a:ahLst/>
                  <a:cxnLst/>
                  <a:rect l="l" t="t" r="r" b="b"/>
                  <a:pathLst>
                    <a:path w="821" h="822" extrusionOk="0">
                      <a:moveTo>
                        <a:pt x="112" y="0"/>
                      </a:moveTo>
                      <a:lnTo>
                        <a:pt x="0" y="113"/>
                      </a:lnTo>
                      <a:lnTo>
                        <a:pt x="709" y="821"/>
                      </a:lnTo>
                      <a:lnTo>
                        <a:pt x="821" y="709"/>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1"/>
                <p:cNvSpPr/>
                <p:nvPr/>
              </p:nvSpPr>
              <p:spPr>
                <a:xfrm>
                  <a:off x="5989475" y="1843675"/>
                  <a:ext cx="20650" cy="20550"/>
                </a:xfrm>
                <a:custGeom>
                  <a:avLst/>
                  <a:gdLst/>
                  <a:ahLst/>
                  <a:cxnLst/>
                  <a:rect l="l" t="t" r="r" b="b"/>
                  <a:pathLst>
                    <a:path w="826" h="822" extrusionOk="0">
                      <a:moveTo>
                        <a:pt x="713" y="0"/>
                      </a:moveTo>
                      <a:lnTo>
                        <a:pt x="1" y="709"/>
                      </a:lnTo>
                      <a:lnTo>
                        <a:pt x="113" y="821"/>
                      </a:lnTo>
                      <a:lnTo>
                        <a:pt x="825" y="113"/>
                      </a:lnTo>
                      <a:lnTo>
                        <a:pt x="7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1"/>
                <p:cNvSpPr/>
                <p:nvPr/>
              </p:nvSpPr>
              <p:spPr>
                <a:xfrm>
                  <a:off x="5989375" y="1843575"/>
                  <a:ext cx="20650" cy="20550"/>
                </a:xfrm>
                <a:custGeom>
                  <a:avLst/>
                  <a:gdLst/>
                  <a:ahLst/>
                  <a:cxnLst/>
                  <a:rect l="l" t="t" r="r" b="b"/>
                  <a:pathLst>
                    <a:path w="826" h="822" extrusionOk="0">
                      <a:moveTo>
                        <a:pt x="117" y="0"/>
                      </a:moveTo>
                      <a:lnTo>
                        <a:pt x="1" y="113"/>
                      </a:lnTo>
                      <a:lnTo>
                        <a:pt x="713" y="821"/>
                      </a:lnTo>
                      <a:lnTo>
                        <a:pt x="825" y="709"/>
                      </a:lnTo>
                      <a:lnTo>
                        <a:pt x="1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1"/>
                <p:cNvSpPr/>
                <p:nvPr/>
              </p:nvSpPr>
              <p:spPr>
                <a:xfrm>
                  <a:off x="6105350" y="1890600"/>
                  <a:ext cx="20550" cy="20650"/>
                </a:xfrm>
                <a:custGeom>
                  <a:avLst/>
                  <a:gdLst/>
                  <a:ahLst/>
                  <a:cxnLst/>
                  <a:rect l="l" t="t" r="r" b="b"/>
                  <a:pathLst>
                    <a:path w="822" h="826" extrusionOk="0">
                      <a:moveTo>
                        <a:pt x="709" y="1"/>
                      </a:moveTo>
                      <a:lnTo>
                        <a:pt x="1" y="713"/>
                      </a:lnTo>
                      <a:lnTo>
                        <a:pt x="113" y="825"/>
                      </a:lnTo>
                      <a:lnTo>
                        <a:pt x="821" y="113"/>
                      </a:lnTo>
                      <a:lnTo>
                        <a:pt x="70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1"/>
                <p:cNvSpPr/>
                <p:nvPr/>
              </p:nvSpPr>
              <p:spPr>
                <a:xfrm>
                  <a:off x="6105350" y="1890600"/>
                  <a:ext cx="20550" cy="20650"/>
                </a:xfrm>
                <a:custGeom>
                  <a:avLst/>
                  <a:gdLst/>
                  <a:ahLst/>
                  <a:cxnLst/>
                  <a:rect l="l" t="t" r="r" b="b"/>
                  <a:pathLst>
                    <a:path w="822" h="826" extrusionOk="0">
                      <a:moveTo>
                        <a:pt x="113" y="1"/>
                      </a:moveTo>
                      <a:lnTo>
                        <a:pt x="1" y="113"/>
                      </a:lnTo>
                      <a:lnTo>
                        <a:pt x="709" y="825"/>
                      </a:lnTo>
                      <a:lnTo>
                        <a:pt x="821" y="709"/>
                      </a:lnTo>
                      <a:lnTo>
                        <a:pt x="1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1"/>
                <p:cNvSpPr/>
                <p:nvPr/>
              </p:nvSpPr>
              <p:spPr>
                <a:xfrm>
                  <a:off x="6047525" y="1890600"/>
                  <a:ext cx="20625" cy="20650"/>
                </a:xfrm>
                <a:custGeom>
                  <a:avLst/>
                  <a:gdLst/>
                  <a:ahLst/>
                  <a:cxnLst/>
                  <a:rect l="l" t="t" r="r" b="b"/>
                  <a:pathLst>
                    <a:path w="825" h="826" extrusionOk="0">
                      <a:moveTo>
                        <a:pt x="713" y="1"/>
                      </a:moveTo>
                      <a:lnTo>
                        <a:pt x="0" y="709"/>
                      </a:lnTo>
                      <a:lnTo>
                        <a:pt x="116" y="825"/>
                      </a:lnTo>
                      <a:lnTo>
                        <a:pt x="825" y="113"/>
                      </a:lnTo>
                      <a:lnTo>
                        <a:pt x="7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1"/>
                <p:cNvSpPr/>
                <p:nvPr/>
              </p:nvSpPr>
              <p:spPr>
                <a:xfrm>
                  <a:off x="6047525" y="1890600"/>
                  <a:ext cx="20625" cy="20650"/>
                </a:xfrm>
                <a:custGeom>
                  <a:avLst/>
                  <a:gdLst/>
                  <a:ahLst/>
                  <a:cxnLst/>
                  <a:rect l="l" t="t" r="r" b="b"/>
                  <a:pathLst>
                    <a:path w="825" h="826" extrusionOk="0">
                      <a:moveTo>
                        <a:pt x="112" y="1"/>
                      </a:moveTo>
                      <a:lnTo>
                        <a:pt x="0" y="113"/>
                      </a:lnTo>
                      <a:lnTo>
                        <a:pt x="713" y="825"/>
                      </a:lnTo>
                      <a:lnTo>
                        <a:pt x="825" y="70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 name="Google Shape;310;p11"/>
              <p:cNvGrpSpPr/>
              <p:nvPr/>
            </p:nvGrpSpPr>
            <p:grpSpPr>
              <a:xfrm>
                <a:off x="8029896" y="539500"/>
                <a:ext cx="1228886" cy="2188720"/>
                <a:chOff x="8389396" y="1055350"/>
                <a:chExt cx="1228886" cy="2188720"/>
              </a:xfrm>
            </p:grpSpPr>
            <p:sp>
              <p:nvSpPr>
                <p:cNvPr id="311" name="Google Shape;311;p11"/>
                <p:cNvSpPr/>
                <p:nvPr/>
              </p:nvSpPr>
              <p:spPr>
                <a:xfrm>
                  <a:off x="8421616" y="1130946"/>
                  <a:ext cx="1196665" cy="2113124"/>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1"/>
                <p:cNvSpPr/>
                <p:nvPr/>
              </p:nvSpPr>
              <p:spPr>
                <a:xfrm>
                  <a:off x="8389396" y="1055350"/>
                  <a:ext cx="95651" cy="95575"/>
                </a:xfrm>
                <a:custGeom>
                  <a:avLst/>
                  <a:gdLst/>
                  <a:ahLst/>
                  <a:cxnLst/>
                  <a:rect l="l" t="t" r="r" b="b"/>
                  <a:pathLst>
                    <a:path w="1374" h="1373" extrusionOk="0">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3" name="Google Shape;313;p11"/>
            <p:cNvGrpSpPr/>
            <p:nvPr/>
          </p:nvGrpSpPr>
          <p:grpSpPr>
            <a:xfrm rot="10800000" flipH="1">
              <a:off x="-2489366" y="-3322835"/>
              <a:ext cx="6322114" cy="9196733"/>
              <a:chOff x="-2661600" y="-960635"/>
              <a:chExt cx="6322114" cy="9196733"/>
            </a:xfrm>
          </p:grpSpPr>
          <p:sp>
            <p:nvSpPr>
              <p:cNvPr id="314" name="Google Shape;314;p11"/>
              <p:cNvSpPr/>
              <p:nvPr/>
            </p:nvSpPr>
            <p:spPr>
              <a:xfrm rot="-5400000" flipH="1">
                <a:off x="-717010" y="-412716"/>
                <a:ext cx="3075605" cy="2033485"/>
              </a:xfrm>
              <a:custGeom>
                <a:avLst/>
                <a:gdLst/>
                <a:ahLst/>
                <a:cxnLst/>
                <a:rect l="l" t="t" r="r" b="b"/>
                <a:pathLst>
                  <a:path w="24054" h="15904" extrusionOk="0">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1"/>
              <p:cNvSpPr/>
              <p:nvPr/>
            </p:nvSpPr>
            <p:spPr>
              <a:xfrm>
                <a:off x="-2661600" y="981052"/>
                <a:ext cx="6322114" cy="7255046"/>
              </a:xfrm>
              <a:custGeom>
                <a:avLst/>
                <a:gdLst/>
                <a:ahLst/>
                <a:cxnLst/>
                <a:rect l="l" t="t" r="r" b="b"/>
                <a:pathLst>
                  <a:path w="71832" h="82432" extrusionOk="0">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6" name="Google Shape;316;p11"/>
              <p:cNvGrpSpPr/>
              <p:nvPr/>
            </p:nvGrpSpPr>
            <p:grpSpPr>
              <a:xfrm rot="10800000" flipH="1">
                <a:off x="-1558013" y="845624"/>
                <a:ext cx="2381713" cy="3328977"/>
                <a:chOff x="7655072" y="-407632"/>
                <a:chExt cx="2008529" cy="2807368"/>
              </a:xfrm>
            </p:grpSpPr>
            <p:sp>
              <p:nvSpPr>
                <p:cNvPr id="317" name="Google Shape;317;p11"/>
                <p:cNvSpPr/>
                <p:nvPr/>
              </p:nvSpPr>
              <p:spPr>
                <a:xfrm>
                  <a:off x="7685059" y="-336851"/>
                  <a:ext cx="1930325" cy="2689498"/>
                </a:xfrm>
                <a:custGeom>
                  <a:avLst/>
                  <a:gdLst/>
                  <a:ahLst/>
                  <a:cxnLst/>
                  <a:rect l="l" t="t" r="r" b="b"/>
                  <a:pathLst>
                    <a:path w="32508" h="45293" extrusionOk="0">
                      <a:moveTo>
                        <a:pt x="0" y="1"/>
                      </a:moveTo>
                      <a:lnTo>
                        <a:pt x="0" y="8351"/>
                      </a:lnTo>
                      <a:lnTo>
                        <a:pt x="15447" y="8351"/>
                      </a:lnTo>
                      <a:lnTo>
                        <a:pt x="24998" y="17901"/>
                      </a:lnTo>
                      <a:lnTo>
                        <a:pt x="24998" y="38040"/>
                      </a:lnTo>
                      <a:lnTo>
                        <a:pt x="32251" y="45293"/>
                      </a:lnTo>
                      <a:lnTo>
                        <a:pt x="32507" y="45037"/>
                      </a:lnTo>
                      <a:lnTo>
                        <a:pt x="25358" y="37888"/>
                      </a:lnTo>
                      <a:lnTo>
                        <a:pt x="25358" y="17749"/>
                      </a:lnTo>
                      <a:lnTo>
                        <a:pt x="15651" y="8043"/>
                      </a:lnTo>
                      <a:lnTo>
                        <a:pt x="15595" y="7986"/>
                      </a:lnTo>
                      <a:lnTo>
                        <a:pt x="365" y="7986"/>
                      </a:lnTo>
                      <a:lnTo>
                        <a:pt x="3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1"/>
                <p:cNvSpPr/>
                <p:nvPr/>
              </p:nvSpPr>
              <p:spPr>
                <a:xfrm>
                  <a:off x="8734422" y="271200"/>
                  <a:ext cx="332350" cy="332528"/>
                </a:xfrm>
                <a:custGeom>
                  <a:avLst/>
                  <a:gdLst/>
                  <a:ahLst/>
                  <a:cxnLst/>
                  <a:rect l="l" t="t" r="r" b="b"/>
                  <a:pathLst>
                    <a:path w="5597" h="5600" extrusionOk="0">
                      <a:moveTo>
                        <a:pt x="1" y="0"/>
                      </a:moveTo>
                      <a:lnTo>
                        <a:pt x="1" y="1597"/>
                      </a:lnTo>
                      <a:lnTo>
                        <a:pt x="2002" y="3599"/>
                      </a:lnTo>
                      <a:lnTo>
                        <a:pt x="4004" y="5600"/>
                      </a:lnTo>
                      <a:lnTo>
                        <a:pt x="5597" y="5600"/>
                      </a:lnTo>
                      <a:lnTo>
                        <a:pt x="2799" y="2802"/>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1"/>
                <p:cNvSpPr/>
                <p:nvPr/>
              </p:nvSpPr>
              <p:spPr>
                <a:xfrm>
                  <a:off x="7655072" y="-407632"/>
                  <a:ext cx="81588" cy="81529"/>
                </a:xfrm>
                <a:custGeom>
                  <a:avLst/>
                  <a:gdLst/>
                  <a:ahLst/>
                  <a:cxnLst/>
                  <a:rect l="l" t="t" r="r" b="b"/>
                  <a:pathLst>
                    <a:path w="1374" h="1373" extrusionOk="0">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1"/>
                <p:cNvSpPr/>
                <p:nvPr/>
              </p:nvSpPr>
              <p:spPr>
                <a:xfrm>
                  <a:off x="9568236" y="2317969"/>
                  <a:ext cx="95364" cy="81766"/>
                </a:xfrm>
                <a:custGeom>
                  <a:avLst/>
                  <a:gdLst/>
                  <a:ahLst/>
                  <a:cxnLst/>
                  <a:rect l="l" t="t" r="r" b="b"/>
                  <a:pathLst>
                    <a:path w="1606" h="1377" extrusionOk="0">
                      <a:moveTo>
                        <a:pt x="917" y="364"/>
                      </a:moveTo>
                      <a:cubicBezTo>
                        <a:pt x="1097" y="364"/>
                        <a:pt x="1242" y="512"/>
                        <a:pt x="1242" y="688"/>
                      </a:cubicBezTo>
                      <a:cubicBezTo>
                        <a:pt x="1242" y="883"/>
                        <a:pt x="1082" y="1012"/>
                        <a:pt x="916" y="1012"/>
                      </a:cubicBezTo>
                      <a:cubicBezTo>
                        <a:pt x="837" y="1012"/>
                        <a:pt x="755" y="982"/>
                        <a:pt x="689" y="916"/>
                      </a:cubicBezTo>
                      <a:cubicBezTo>
                        <a:pt x="485" y="712"/>
                        <a:pt x="629" y="364"/>
                        <a:pt x="917" y="364"/>
                      </a:cubicBezTo>
                      <a:close/>
                      <a:moveTo>
                        <a:pt x="915" y="1"/>
                      </a:moveTo>
                      <a:cubicBezTo>
                        <a:pt x="746" y="1"/>
                        <a:pt x="573" y="63"/>
                        <a:pt x="433" y="203"/>
                      </a:cubicBezTo>
                      <a:cubicBezTo>
                        <a:pt x="1" y="636"/>
                        <a:pt x="309" y="1376"/>
                        <a:pt x="917" y="1376"/>
                      </a:cubicBezTo>
                      <a:cubicBezTo>
                        <a:pt x="1298" y="1372"/>
                        <a:pt x="1606" y="1068"/>
                        <a:pt x="1606" y="688"/>
                      </a:cubicBezTo>
                      <a:cubicBezTo>
                        <a:pt x="1606" y="274"/>
                        <a:pt x="1267" y="1"/>
                        <a:pt x="9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1"/>
                <p:cNvSpPr/>
                <p:nvPr/>
              </p:nvSpPr>
              <p:spPr>
                <a:xfrm>
                  <a:off x="7692897" y="-144282"/>
                  <a:ext cx="497783" cy="292387"/>
                </a:xfrm>
                <a:custGeom>
                  <a:avLst/>
                  <a:gdLst/>
                  <a:ahLst/>
                  <a:cxnLst/>
                  <a:rect l="l" t="t" r="r" b="b"/>
                  <a:pathLst>
                    <a:path w="8383" h="4924" extrusionOk="0">
                      <a:moveTo>
                        <a:pt x="100" y="0"/>
                      </a:moveTo>
                      <a:lnTo>
                        <a:pt x="0" y="104"/>
                      </a:lnTo>
                      <a:lnTo>
                        <a:pt x="2498" y="2598"/>
                      </a:lnTo>
                      <a:lnTo>
                        <a:pt x="5957" y="2598"/>
                      </a:lnTo>
                      <a:lnTo>
                        <a:pt x="8282" y="4924"/>
                      </a:lnTo>
                      <a:lnTo>
                        <a:pt x="8382" y="4820"/>
                      </a:lnTo>
                      <a:lnTo>
                        <a:pt x="6017" y="2454"/>
                      </a:lnTo>
                      <a:lnTo>
                        <a:pt x="2558" y="2454"/>
                      </a:lnTo>
                      <a:lnTo>
                        <a:pt x="1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 name="Google Shape;322;p11"/>
              <p:cNvGrpSpPr/>
              <p:nvPr/>
            </p:nvGrpSpPr>
            <p:grpSpPr>
              <a:xfrm>
                <a:off x="441078" y="-960635"/>
                <a:ext cx="1029648" cy="1806572"/>
                <a:chOff x="455034" y="-121633"/>
                <a:chExt cx="629947" cy="1105275"/>
              </a:xfrm>
            </p:grpSpPr>
            <p:sp>
              <p:nvSpPr>
                <p:cNvPr id="323" name="Google Shape;323;p11"/>
                <p:cNvSpPr/>
                <p:nvPr/>
              </p:nvSpPr>
              <p:spPr>
                <a:xfrm>
                  <a:off x="1007193" y="917077"/>
                  <a:ext cx="77788" cy="66565"/>
                </a:xfrm>
                <a:custGeom>
                  <a:avLst/>
                  <a:gdLst/>
                  <a:ahLst/>
                  <a:cxnLst/>
                  <a:rect l="l" t="t" r="r" b="b"/>
                  <a:pathLst>
                    <a:path w="1310" h="1121" extrusionOk="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1"/>
                <p:cNvSpPr/>
                <p:nvPr/>
              </p:nvSpPr>
              <p:spPr>
                <a:xfrm>
                  <a:off x="455034" y="-121633"/>
                  <a:ext cx="592137" cy="1045622"/>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 name="Google Shape;325;p11"/>
              <p:cNvGrpSpPr/>
              <p:nvPr/>
            </p:nvGrpSpPr>
            <p:grpSpPr>
              <a:xfrm rot="5400000">
                <a:off x="322712" y="2552723"/>
                <a:ext cx="471865" cy="38050"/>
                <a:chOff x="6298452" y="2390050"/>
                <a:chExt cx="140725" cy="11350"/>
              </a:xfrm>
            </p:grpSpPr>
            <p:sp>
              <p:nvSpPr>
                <p:cNvPr id="326" name="Google Shape;326;p11"/>
                <p:cNvSpPr/>
                <p:nvPr/>
              </p:nvSpPr>
              <p:spPr>
                <a:xfrm>
                  <a:off x="6298452" y="2390050"/>
                  <a:ext cx="70375" cy="11350"/>
                </a:xfrm>
                <a:custGeom>
                  <a:avLst/>
                  <a:gdLst/>
                  <a:ahLst/>
                  <a:cxnLst/>
                  <a:rect l="l" t="t" r="r" b="b"/>
                  <a:pathLst>
                    <a:path w="2815" h="454" extrusionOk="0">
                      <a:moveTo>
                        <a:pt x="1" y="1"/>
                      </a:moveTo>
                      <a:lnTo>
                        <a:pt x="1" y="453"/>
                      </a:lnTo>
                      <a:lnTo>
                        <a:pt x="2815" y="453"/>
                      </a:lnTo>
                      <a:lnTo>
                        <a:pt x="28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1"/>
                <p:cNvSpPr/>
                <p:nvPr/>
              </p:nvSpPr>
              <p:spPr>
                <a:xfrm>
                  <a:off x="6382427" y="2390050"/>
                  <a:ext cx="35150" cy="11350"/>
                </a:xfrm>
                <a:custGeom>
                  <a:avLst/>
                  <a:gdLst/>
                  <a:ahLst/>
                  <a:cxnLst/>
                  <a:rect l="l" t="t" r="r" b="b"/>
                  <a:pathLst>
                    <a:path w="1406" h="454" extrusionOk="0">
                      <a:moveTo>
                        <a:pt x="0" y="1"/>
                      </a:moveTo>
                      <a:lnTo>
                        <a:pt x="0" y="453"/>
                      </a:lnTo>
                      <a:lnTo>
                        <a:pt x="1405" y="453"/>
                      </a:lnTo>
                      <a:lnTo>
                        <a:pt x="14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1"/>
                <p:cNvSpPr/>
                <p:nvPr/>
              </p:nvSpPr>
              <p:spPr>
                <a:xfrm>
                  <a:off x="6427952" y="2390050"/>
                  <a:ext cx="11225" cy="11350"/>
                </a:xfrm>
                <a:custGeom>
                  <a:avLst/>
                  <a:gdLst/>
                  <a:ahLst/>
                  <a:cxnLst/>
                  <a:rect l="l" t="t" r="r" b="b"/>
                  <a:pathLst>
                    <a:path w="449" h="454" extrusionOk="0">
                      <a:moveTo>
                        <a:pt x="1" y="1"/>
                      </a:moveTo>
                      <a:lnTo>
                        <a:pt x="1" y="453"/>
                      </a:lnTo>
                      <a:lnTo>
                        <a:pt x="449" y="453"/>
                      </a:lnTo>
                      <a:lnTo>
                        <a:pt x="4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 name="Google Shape;329;p11"/>
              <p:cNvGrpSpPr/>
              <p:nvPr/>
            </p:nvGrpSpPr>
            <p:grpSpPr>
              <a:xfrm rot="5400000" flipH="1">
                <a:off x="692685" y="3116270"/>
                <a:ext cx="2375896" cy="3296652"/>
                <a:chOff x="2132995" y="960308"/>
                <a:chExt cx="496177" cy="688438"/>
              </a:xfrm>
            </p:grpSpPr>
            <p:sp>
              <p:nvSpPr>
                <p:cNvPr id="330" name="Google Shape;330;p11"/>
                <p:cNvSpPr/>
                <p:nvPr/>
              </p:nvSpPr>
              <p:spPr>
                <a:xfrm>
                  <a:off x="2143863" y="977753"/>
                  <a:ext cx="473252" cy="659302"/>
                </a:xfrm>
                <a:custGeom>
                  <a:avLst/>
                  <a:gdLst/>
                  <a:ahLst/>
                  <a:cxnLst/>
                  <a:rect l="l" t="t" r="r" b="b"/>
                  <a:pathLst>
                    <a:path w="10363" h="14437" extrusionOk="0">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1"/>
                <p:cNvSpPr/>
                <p:nvPr/>
              </p:nvSpPr>
              <p:spPr>
                <a:xfrm>
                  <a:off x="2401063" y="1126948"/>
                  <a:ext cx="81608" cy="81608"/>
                </a:xfrm>
                <a:custGeom>
                  <a:avLst/>
                  <a:gdLst/>
                  <a:ahLst/>
                  <a:cxnLst/>
                  <a:rect l="l" t="t" r="r" b="b"/>
                  <a:pathLst>
                    <a:path w="1787" h="1787" extrusionOk="0">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1"/>
                <p:cNvSpPr/>
                <p:nvPr/>
              </p:nvSpPr>
              <p:spPr>
                <a:xfrm>
                  <a:off x="2132995" y="960308"/>
                  <a:ext cx="23610" cy="20231"/>
                </a:xfrm>
                <a:custGeom>
                  <a:avLst/>
                  <a:gdLst/>
                  <a:ahLst/>
                  <a:cxnLst/>
                  <a:rect l="l" t="t" r="r" b="b"/>
                  <a:pathLst>
                    <a:path w="517" h="443" extrusionOk="0">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1"/>
                <p:cNvSpPr/>
                <p:nvPr/>
              </p:nvSpPr>
              <p:spPr>
                <a:xfrm>
                  <a:off x="2605425" y="1628651"/>
                  <a:ext cx="23747" cy="20094"/>
                </a:xfrm>
                <a:custGeom>
                  <a:avLst/>
                  <a:gdLst/>
                  <a:ahLst/>
                  <a:cxnLst/>
                  <a:rect l="l" t="t" r="r" b="b"/>
                  <a:pathLst>
                    <a:path w="520" h="440" extrusionOk="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1"/>
                <p:cNvSpPr/>
                <p:nvPr/>
              </p:nvSpPr>
              <p:spPr>
                <a:xfrm>
                  <a:off x="2145827" y="1025155"/>
                  <a:ext cx="122024" cy="71515"/>
                </a:xfrm>
                <a:custGeom>
                  <a:avLst/>
                  <a:gdLst/>
                  <a:ahLst/>
                  <a:cxnLst/>
                  <a:rect l="l" t="t" r="r" b="b"/>
                  <a:pathLst>
                    <a:path w="2672" h="1566" extrusionOk="0">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5" name="Google Shape;335;p11"/>
            <p:cNvGrpSpPr/>
            <p:nvPr/>
          </p:nvGrpSpPr>
          <p:grpSpPr>
            <a:xfrm>
              <a:off x="6603801" y="2842622"/>
              <a:ext cx="2841097" cy="3127697"/>
              <a:chOff x="6603801" y="2842622"/>
              <a:chExt cx="2841097" cy="3127697"/>
            </a:xfrm>
          </p:grpSpPr>
          <p:grpSp>
            <p:nvGrpSpPr>
              <p:cNvPr id="336" name="Google Shape;336;p11"/>
              <p:cNvGrpSpPr/>
              <p:nvPr/>
            </p:nvGrpSpPr>
            <p:grpSpPr>
              <a:xfrm rot="-5400000">
                <a:off x="8384606" y="3032034"/>
                <a:ext cx="457201" cy="78377"/>
                <a:chOff x="3029245" y="907035"/>
                <a:chExt cx="129011" cy="22560"/>
              </a:xfrm>
            </p:grpSpPr>
            <p:sp>
              <p:nvSpPr>
                <p:cNvPr id="337" name="Google Shape;337;p11"/>
                <p:cNvSpPr/>
                <p:nvPr/>
              </p:nvSpPr>
              <p:spPr>
                <a:xfrm>
                  <a:off x="3126380" y="907035"/>
                  <a:ext cx="31876" cy="22560"/>
                </a:xfrm>
                <a:custGeom>
                  <a:avLst/>
                  <a:gdLst/>
                  <a:ahLst/>
                  <a:cxnLst/>
                  <a:rect l="l" t="t" r="r" b="b"/>
                  <a:pathLst>
                    <a:path w="698" h="494" extrusionOk="0">
                      <a:moveTo>
                        <a:pt x="408" y="0"/>
                      </a:moveTo>
                      <a:lnTo>
                        <a:pt x="0" y="494"/>
                      </a:lnTo>
                      <a:lnTo>
                        <a:pt x="289" y="494"/>
                      </a:lnTo>
                      <a:lnTo>
                        <a:pt x="69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1"/>
                <p:cNvSpPr/>
                <p:nvPr/>
              </p:nvSpPr>
              <p:spPr>
                <a:xfrm>
                  <a:off x="3101902" y="907035"/>
                  <a:ext cx="31876" cy="22560"/>
                </a:xfrm>
                <a:custGeom>
                  <a:avLst/>
                  <a:gdLst/>
                  <a:ahLst/>
                  <a:cxnLst/>
                  <a:rect l="l" t="t" r="r" b="b"/>
                  <a:pathLst>
                    <a:path w="698" h="494" extrusionOk="0">
                      <a:moveTo>
                        <a:pt x="409" y="0"/>
                      </a:moveTo>
                      <a:lnTo>
                        <a:pt x="0" y="494"/>
                      </a:lnTo>
                      <a:lnTo>
                        <a:pt x="289" y="494"/>
                      </a:lnTo>
                      <a:lnTo>
                        <a:pt x="69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1"/>
                <p:cNvSpPr/>
                <p:nvPr/>
              </p:nvSpPr>
              <p:spPr>
                <a:xfrm>
                  <a:off x="3077790" y="907035"/>
                  <a:ext cx="31922" cy="22560"/>
                </a:xfrm>
                <a:custGeom>
                  <a:avLst/>
                  <a:gdLst/>
                  <a:ahLst/>
                  <a:cxnLst/>
                  <a:rect l="l" t="t" r="r" b="b"/>
                  <a:pathLst>
                    <a:path w="699" h="494" extrusionOk="0">
                      <a:moveTo>
                        <a:pt x="409" y="0"/>
                      </a:moveTo>
                      <a:lnTo>
                        <a:pt x="1" y="494"/>
                      </a:lnTo>
                      <a:lnTo>
                        <a:pt x="290" y="494"/>
                      </a:lnTo>
                      <a:lnTo>
                        <a:pt x="69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1"/>
                <p:cNvSpPr/>
                <p:nvPr/>
              </p:nvSpPr>
              <p:spPr>
                <a:xfrm>
                  <a:off x="3053723" y="907035"/>
                  <a:ext cx="31511" cy="22560"/>
                </a:xfrm>
                <a:custGeom>
                  <a:avLst/>
                  <a:gdLst/>
                  <a:ahLst/>
                  <a:cxnLst/>
                  <a:rect l="l" t="t" r="r" b="b"/>
                  <a:pathLst>
                    <a:path w="690" h="494" extrusionOk="0">
                      <a:moveTo>
                        <a:pt x="400" y="0"/>
                      </a:moveTo>
                      <a:lnTo>
                        <a:pt x="0" y="494"/>
                      </a:lnTo>
                      <a:lnTo>
                        <a:pt x="290" y="494"/>
                      </a:lnTo>
                      <a:lnTo>
                        <a:pt x="6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1"/>
                <p:cNvSpPr/>
                <p:nvPr/>
              </p:nvSpPr>
              <p:spPr>
                <a:xfrm>
                  <a:off x="3029245" y="907035"/>
                  <a:ext cx="31876" cy="22560"/>
                </a:xfrm>
                <a:custGeom>
                  <a:avLst/>
                  <a:gdLst/>
                  <a:ahLst/>
                  <a:cxnLst/>
                  <a:rect l="l" t="t" r="r" b="b"/>
                  <a:pathLst>
                    <a:path w="698" h="494" extrusionOk="0">
                      <a:moveTo>
                        <a:pt x="409" y="0"/>
                      </a:moveTo>
                      <a:lnTo>
                        <a:pt x="0" y="494"/>
                      </a:lnTo>
                      <a:lnTo>
                        <a:pt x="290" y="494"/>
                      </a:lnTo>
                      <a:lnTo>
                        <a:pt x="69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2" name="Google Shape;342;p11"/>
              <p:cNvSpPr/>
              <p:nvPr/>
            </p:nvSpPr>
            <p:spPr>
              <a:xfrm>
                <a:off x="6891900" y="3984807"/>
                <a:ext cx="2552998" cy="1507261"/>
              </a:xfrm>
              <a:custGeom>
                <a:avLst/>
                <a:gdLst/>
                <a:ahLst/>
                <a:cxnLst/>
                <a:rect l="l" t="t" r="r" b="b"/>
                <a:pathLst>
                  <a:path w="17209" h="10160" extrusionOk="0">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3" name="Google Shape;343;p11"/>
              <p:cNvGrpSpPr/>
              <p:nvPr/>
            </p:nvGrpSpPr>
            <p:grpSpPr>
              <a:xfrm flipH="1">
                <a:off x="6603801" y="3467769"/>
                <a:ext cx="2374678" cy="2502550"/>
                <a:chOff x="2011428" y="602777"/>
                <a:chExt cx="774292" cy="815987"/>
              </a:xfrm>
            </p:grpSpPr>
            <p:sp>
              <p:nvSpPr>
                <p:cNvPr id="344" name="Google Shape;344;p11"/>
                <p:cNvSpPr/>
                <p:nvPr/>
              </p:nvSpPr>
              <p:spPr>
                <a:xfrm>
                  <a:off x="2751470" y="1215132"/>
                  <a:ext cx="15618" cy="109191"/>
                </a:xfrm>
                <a:custGeom>
                  <a:avLst/>
                  <a:gdLst/>
                  <a:ahLst/>
                  <a:cxnLst/>
                  <a:rect l="l" t="t" r="r" b="b"/>
                  <a:pathLst>
                    <a:path w="342" h="2391" extrusionOk="0">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1"/>
                <p:cNvSpPr/>
                <p:nvPr/>
              </p:nvSpPr>
              <p:spPr>
                <a:xfrm>
                  <a:off x="2157107" y="742702"/>
                  <a:ext cx="76950" cy="76995"/>
                </a:xfrm>
                <a:custGeom>
                  <a:avLst/>
                  <a:gdLst/>
                  <a:ahLst/>
                  <a:cxnLst/>
                  <a:rect l="l" t="t" r="r" b="b"/>
                  <a:pathLst>
                    <a:path w="1685" h="1686" extrusionOk="0">
                      <a:moveTo>
                        <a:pt x="0" y="1"/>
                      </a:moveTo>
                      <a:lnTo>
                        <a:pt x="842" y="843"/>
                      </a:lnTo>
                      <a:lnTo>
                        <a:pt x="1685" y="1685"/>
                      </a:lnTo>
                      <a:lnTo>
                        <a:pt x="1685" y="1209"/>
                      </a:lnTo>
                      <a:lnTo>
                        <a:pt x="1081" y="605"/>
                      </a:lnTo>
                      <a:lnTo>
                        <a:pt x="4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1"/>
                <p:cNvSpPr/>
                <p:nvPr/>
              </p:nvSpPr>
              <p:spPr>
                <a:xfrm>
                  <a:off x="2011428" y="602777"/>
                  <a:ext cx="37310" cy="32013"/>
                </a:xfrm>
                <a:custGeom>
                  <a:avLst/>
                  <a:gdLst/>
                  <a:ahLst/>
                  <a:cxnLst/>
                  <a:rect l="l" t="t" r="r" b="b"/>
                  <a:pathLst>
                    <a:path w="817" h="701" extrusionOk="0">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1"/>
                <p:cNvSpPr/>
                <p:nvPr/>
              </p:nvSpPr>
              <p:spPr>
                <a:xfrm>
                  <a:off x="2748364" y="1386751"/>
                  <a:ext cx="37356" cy="32013"/>
                </a:xfrm>
                <a:custGeom>
                  <a:avLst/>
                  <a:gdLst/>
                  <a:ahLst/>
                  <a:cxnLst/>
                  <a:rect l="l" t="t" r="r" b="b"/>
                  <a:pathLst>
                    <a:path w="818" h="701" extrusionOk="0">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1"/>
                <p:cNvSpPr/>
                <p:nvPr/>
              </p:nvSpPr>
              <p:spPr>
                <a:xfrm>
                  <a:off x="2036271" y="623829"/>
                  <a:ext cx="737804" cy="767351"/>
                </a:xfrm>
                <a:custGeom>
                  <a:avLst/>
                  <a:gdLst/>
                  <a:ahLst/>
                  <a:cxnLst/>
                  <a:rect l="l" t="t" r="r" b="b"/>
                  <a:pathLst>
                    <a:path w="16156" h="16803" extrusionOk="0">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1"/>
                <p:cNvSpPr/>
                <p:nvPr/>
              </p:nvSpPr>
              <p:spPr>
                <a:xfrm>
                  <a:off x="2506326" y="916786"/>
                  <a:ext cx="196233" cy="195822"/>
                </a:xfrm>
                <a:custGeom>
                  <a:avLst/>
                  <a:gdLst/>
                  <a:ahLst/>
                  <a:cxnLst/>
                  <a:rect l="l" t="t" r="r" b="b"/>
                  <a:pathLst>
                    <a:path w="4297" h="4288" extrusionOk="0">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0" name="Google Shape;350;p11"/>
            <p:cNvGrpSpPr/>
            <p:nvPr/>
          </p:nvGrpSpPr>
          <p:grpSpPr>
            <a:xfrm rot="5400000" flipH="1">
              <a:off x="8783750" y="844197"/>
              <a:ext cx="1183114" cy="2109034"/>
              <a:chOff x="4549150" y="1401575"/>
              <a:chExt cx="1183114" cy="2109034"/>
            </a:xfrm>
          </p:grpSpPr>
          <p:sp>
            <p:nvSpPr>
              <p:cNvPr id="351" name="Google Shape;351;p11"/>
              <p:cNvSpPr/>
              <p:nvPr/>
            </p:nvSpPr>
            <p:spPr>
              <a:xfrm>
                <a:off x="4549150" y="3383011"/>
                <a:ext cx="148997" cy="127598"/>
              </a:xfrm>
              <a:custGeom>
                <a:avLst/>
                <a:gdLst/>
                <a:ahLst/>
                <a:cxnLst/>
                <a:rect l="l" t="t" r="r" b="b"/>
                <a:pathLst>
                  <a:path w="1309" h="1121" extrusionOk="0">
                    <a:moveTo>
                      <a:pt x="560" y="300"/>
                    </a:moveTo>
                    <a:cubicBezTo>
                      <a:pt x="796" y="300"/>
                      <a:pt x="912" y="584"/>
                      <a:pt x="748" y="748"/>
                    </a:cubicBezTo>
                    <a:cubicBezTo>
                      <a:pt x="693" y="803"/>
                      <a:pt x="627" y="827"/>
                      <a:pt x="562" y="827"/>
                    </a:cubicBezTo>
                    <a:cubicBezTo>
                      <a:pt x="426" y="827"/>
                      <a:pt x="296" y="721"/>
                      <a:pt x="296" y="564"/>
                    </a:cubicBezTo>
                    <a:cubicBezTo>
                      <a:pt x="296" y="416"/>
                      <a:pt x="416" y="300"/>
                      <a:pt x="560" y="300"/>
                    </a:cubicBezTo>
                    <a:close/>
                    <a:moveTo>
                      <a:pt x="564" y="1"/>
                    </a:moveTo>
                    <a:cubicBezTo>
                      <a:pt x="276" y="1"/>
                      <a:pt x="1" y="226"/>
                      <a:pt x="3" y="564"/>
                    </a:cubicBezTo>
                    <a:cubicBezTo>
                      <a:pt x="3" y="872"/>
                      <a:pt x="252" y="1120"/>
                      <a:pt x="560" y="1120"/>
                    </a:cubicBezTo>
                    <a:cubicBezTo>
                      <a:pt x="1060" y="1120"/>
                      <a:pt x="1308" y="520"/>
                      <a:pt x="956" y="168"/>
                    </a:cubicBezTo>
                    <a:cubicBezTo>
                      <a:pt x="842" y="52"/>
                      <a:pt x="701" y="1"/>
                      <a:pt x="5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1"/>
              <p:cNvSpPr/>
              <p:nvPr/>
            </p:nvSpPr>
            <p:spPr>
              <a:xfrm>
                <a:off x="4597087" y="1401575"/>
                <a:ext cx="1135177" cy="2004344"/>
              </a:xfrm>
              <a:custGeom>
                <a:avLst/>
                <a:gdLst/>
                <a:ahLst/>
                <a:cxnLst/>
                <a:rect l="l" t="t" r="r" b="b"/>
                <a:pathLst>
                  <a:path w="9973" h="17609" extrusionOk="0">
                    <a:moveTo>
                      <a:pt x="9724" y="0"/>
                    </a:moveTo>
                    <a:lnTo>
                      <a:pt x="9724" y="2938"/>
                    </a:lnTo>
                    <a:lnTo>
                      <a:pt x="1" y="12661"/>
                    </a:lnTo>
                    <a:lnTo>
                      <a:pt x="1" y="17608"/>
                    </a:lnTo>
                    <a:lnTo>
                      <a:pt x="249" y="17608"/>
                    </a:lnTo>
                    <a:lnTo>
                      <a:pt x="249" y="12765"/>
                    </a:lnTo>
                    <a:lnTo>
                      <a:pt x="9972" y="3042"/>
                    </a:lnTo>
                    <a:lnTo>
                      <a:pt x="99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53" name="Google Shape;353;p11"/>
          <p:cNvSpPr txBox="1">
            <a:spLocks noGrp="1"/>
          </p:cNvSpPr>
          <p:nvPr>
            <p:ph type="title" hasCustomPrompt="1"/>
          </p:nvPr>
        </p:nvSpPr>
        <p:spPr>
          <a:xfrm>
            <a:off x="822000" y="1658157"/>
            <a:ext cx="7499700" cy="1255500"/>
          </a:xfrm>
          <a:prstGeom prst="rect">
            <a:avLst/>
          </a:prstGeom>
        </p:spPr>
        <p:txBody>
          <a:bodyPr spcFirstLastPara="1" wrap="square" lIns="91425" tIns="91425" rIns="91425" bIns="91425" anchor="ctr" anchorCtr="0">
            <a:noAutofit/>
          </a:bodyPr>
          <a:lstStyle>
            <a:lvl1pPr lvl="0" algn="ctr">
              <a:spcBef>
                <a:spcPts val="0"/>
              </a:spcBef>
              <a:spcAft>
                <a:spcPts val="0"/>
              </a:spcAft>
              <a:buSzPts val="8500"/>
              <a:buNone/>
              <a:defRPr sz="7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354" name="Google Shape;354;p11"/>
          <p:cNvSpPr txBox="1">
            <a:spLocks noGrp="1"/>
          </p:cNvSpPr>
          <p:nvPr>
            <p:ph type="subTitle" idx="1"/>
          </p:nvPr>
        </p:nvSpPr>
        <p:spPr>
          <a:xfrm flipH="1">
            <a:off x="822300" y="2899240"/>
            <a:ext cx="7499700" cy="39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800"/>
            </a:lvl1pPr>
            <a:lvl2pPr lvl="1" algn="ctr" rtl="0">
              <a:lnSpc>
                <a:spcPct val="100000"/>
              </a:lnSpc>
              <a:spcBef>
                <a:spcPts val="0"/>
              </a:spcBef>
              <a:spcAft>
                <a:spcPts val="0"/>
              </a:spcAft>
              <a:buNone/>
              <a:defRPr sz="1800"/>
            </a:lvl2pPr>
            <a:lvl3pPr lvl="2" algn="ctr" rtl="0">
              <a:lnSpc>
                <a:spcPct val="100000"/>
              </a:lnSpc>
              <a:spcBef>
                <a:spcPts val="0"/>
              </a:spcBef>
              <a:spcAft>
                <a:spcPts val="0"/>
              </a:spcAft>
              <a:buNone/>
              <a:defRPr sz="1800"/>
            </a:lvl3pPr>
            <a:lvl4pPr lvl="3" algn="ctr" rtl="0">
              <a:lnSpc>
                <a:spcPct val="100000"/>
              </a:lnSpc>
              <a:spcBef>
                <a:spcPts val="0"/>
              </a:spcBef>
              <a:spcAft>
                <a:spcPts val="0"/>
              </a:spcAft>
              <a:buNone/>
              <a:defRPr sz="1800"/>
            </a:lvl4pPr>
            <a:lvl5pPr lvl="4" algn="ctr" rtl="0">
              <a:lnSpc>
                <a:spcPct val="100000"/>
              </a:lnSpc>
              <a:spcBef>
                <a:spcPts val="0"/>
              </a:spcBef>
              <a:spcAft>
                <a:spcPts val="0"/>
              </a:spcAft>
              <a:buNone/>
              <a:defRPr sz="1800"/>
            </a:lvl5pPr>
            <a:lvl6pPr lvl="5" algn="ctr" rtl="0">
              <a:lnSpc>
                <a:spcPct val="100000"/>
              </a:lnSpc>
              <a:spcBef>
                <a:spcPts val="0"/>
              </a:spcBef>
              <a:spcAft>
                <a:spcPts val="0"/>
              </a:spcAft>
              <a:buNone/>
              <a:defRPr sz="1800"/>
            </a:lvl6pPr>
            <a:lvl7pPr lvl="6" algn="ctr" rtl="0">
              <a:lnSpc>
                <a:spcPct val="100000"/>
              </a:lnSpc>
              <a:spcBef>
                <a:spcPts val="0"/>
              </a:spcBef>
              <a:spcAft>
                <a:spcPts val="0"/>
              </a:spcAft>
              <a:buNone/>
              <a:defRPr sz="1800"/>
            </a:lvl7pPr>
            <a:lvl8pPr lvl="7" algn="ctr" rtl="0">
              <a:lnSpc>
                <a:spcPct val="100000"/>
              </a:lnSpc>
              <a:spcBef>
                <a:spcPts val="0"/>
              </a:spcBef>
              <a:spcAft>
                <a:spcPts val="0"/>
              </a:spcAft>
              <a:buNone/>
              <a:defRPr sz="1800"/>
            </a:lvl8pPr>
            <a:lvl9pPr lvl="8" algn="ctr" rtl="0">
              <a:lnSpc>
                <a:spcPct val="100000"/>
              </a:lnSpc>
              <a:spcBef>
                <a:spcPts val="0"/>
              </a:spcBef>
              <a:spcAft>
                <a:spcPts val="0"/>
              </a:spcAft>
              <a:buNone/>
              <a:defRPr sz="1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55"/>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_27_1">
    <p:spTree>
      <p:nvGrpSpPr>
        <p:cNvPr id="1" name="Shape 356"/>
        <p:cNvGrpSpPr/>
        <p:nvPr/>
      </p:nvGrpSpPr>
      <p:grpSpPr>
        <a:xfrm>
          <a:off x="0" y="0"/>
          <a:ext cx="0" cy="0"/>
          <a:chOff x="0" y="0"/>
          <a:chExt cx="0" cy="0"/>
        </a:xfrm>
      </p:grpSpPr>
      <p:sp>
        <p:nvSpPr>
          <p:cNvPr id="357" name="Google Shape;357;p13"/>
          <p:cNvSpPr txBox="1">
            <a:spLocks noGrp="1"/>
          </p:cNvSpPr>
          <p:nvPr>
            <p:ph type="title" hasCustomPrompt="1"/>
          </p:nvPr>
        </p:nvSpPr>
        <p:spPr>
          <a:xfrm>
            <a:off x="2100875" y="1278011"/>
            <a:ext cx="10848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58" name="Google Shape;358;p13"/>
          <p:cNvSpPr txBox="1">
            <a:spLocks noGrp="1"/>
          </p:cNvSpPr>
          <p:nvPr>
            <p:ph type="subTitle" idx="1"/>
          </p:nvPr>
        </p:nvSpPr>
        <p:spPr>
          <a:xfrm>
            <a:off x="1234025" y="1849391"/>
            <a:ext cx="28185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solidFill>
                  <a:schemeClr val="dk2"/>
                </a:solidFill>
                <a:latin typeface="Orbitron"/>
                <a:ea typeface="Orbitron"/>
                <a:cs typeface="Orbitron"/>
                <a:sym typeface="Orbitron"/>
              </a:defRPr>
            </a:lvl1pPr>
            <a:lvl2pPr lvl="1" rtl="0">
              <a:lnSpc>
                <a:spcPct val="100000"/>
              </a:lnSpc>
              <a:spcBef>
                <a:spcPts val="0"/>
              </a:spcBef>
              <a:spcAft>
                <a:spcPts val="0"/>
              </a:spcAft>
              <a:buNone/>
              <a:defRPr sz="2200" b="1">
                <a:solidFill>
                  <a:schemeClr val="dk2"/>
                </a:solidFill>
                <a:latin typeface="Orbitron"/>
                <a:ea typeface="Orbitron"/>
                <a:cs typeface="Orbitron"/>
                <a:sym typeface="Orbitron"/>
              </a:defRPr>
            </a:lvl2pPr>
            <a:lvl3pPr lvl="2" rtl="0">
              <a:lnSpc>
                <a:spcPct val="100000"/>
              </a:lnSpc>
              <a:spcBef>
                <a:spcPts val="0"/>
              </a:spcBef>
              <a:spcAft>
                <a:spcPts val="0"/>
              </a:spcAft>
              <a:buNone/>
              <a:defRPr sz="2200" b="1">
                <a:solidFill>
                  <a:schemeClr val="dk2"/>
                </a:solidFill>
                <a:latin typeface="Orbitron"/>
                <a:ea typeface="Orbitron"/>
                <a:cs typeface="Orbitron"/>
                <a:sym typeface="Orbitron"/>
              </a:defRPr>
            </a:lvl3pPr>
            <a:lvl4pPr lvl="3" rtl="0">
              <a:lnSpc>
                <a:spcPct val="100000"/>
              </a:lnSpc>
              <a:spcBef>
                <a:spcPts val="0"/>
              </a:spcBef>
              <a:spcAft>
                <a:spcPts val="0"/>
              </a:spcAft>
              <a:buNone/>
              <a:defRPr sz="2200" b="1">
                <a:solidFill>
                  <a:schemeClr val="dk2"/>
                </a:solidFill>
                <a:latin typeface="Orbitron"/>
                <a:ea typeface="Orbitron"/>
                <a:cs typeface="Orbitron"/>
                <a:sym typeface="Orbitron"/>
              </a:defRPr>
            </a:lvl4pPr>
            <a:lvl5pPr lvl="4" rtl="0">
              <a:lnSpc>
                <a:spcPct val="100000"/>
              </a:lnSpc>
              <a:spcBef>
                <a:spcPts val="0"/>
              </a:spcBef>
              <a:spcAft>
                <a:spcPts val="0"/>
              </a:spcAft>
              <a:buNone/>
              <a:defRPr sz="2200" b="1">
                <a:solidFill>
                  <a:schemeClr val="dk2"/>
                </a:solidFill>
                <a:latin typeface="Orbitron"/>
                <a:ea typeface="Orbitron"/>
                <a:cs typeface="Orbitron"/>
                <a:sym typeface="Orbitron"/>
              </a:defRPr>
            </a:lvl5pPr>
            <a:lvl6pPr lvl="5" rtl="0">
              <a:lnSpc>
                <a:spcPct val="100000"/>
              </a:lnSpc>
              <a:spcBef>
                <a:spcPts val="0"/>
              </a:spcBef>
              <a:spcAft>
                <a:spcPts val="0"/>
              </a:spcAft>
              <a:buNone/>
              <a:defRPr sz="2200" b="1">
                <a:solidFill>
                  <a:schemeClr val="dk2"/>
                </a:solidFill>
                <a:latin typeface="Orbitron"/>
                <a:ea typeface="Orbitron"/>
                <a:cs typeface="Orbitron"/>
                <a:sym typeface="Orbitron"/>
              </a:defRPr>
            </a:lvl6pPr>
            <a:lvl7pPr lvl="6" rtl="0">
              <a:lnSpc>
                <a:spcPct val="100000"/>
              </a:lnSpc>
              <a:spcBef>
                <a:spcPts val="0"/>
              </a:spcBef>
              <a:spcAft>
                <a:spcPts val="0"/>
              </a:spcAft>
              <a:buNone/>
              <a:defRPr sz="2200" b="1">
                <a:solidFill>
                  <a:schemeClr val="dk2"/>
                </a:solidFill>
                <a:latin typeface="Orbitron"/>
                <a:ea typeface="Orbitron"/>
                <a:cs typeface="Orbitron"/>
                <a:sym typeface="Orbitron"/>
              </a:defRPr>
            </a:lvl7pPr>
            <a:lvl8pPr lvl="7" rtl="0">
              <a:lnSpc>
                <a:spcPct val="100000"/>
              </a:lnSpc>
              <a:spcBef>
                <a:spcPts val="0"/>
              </a:spcBef>
              <a:spcAft>
                <a:spcPts val="0"/>
              </a:spcAft>
              <a:buNone/>
              <a:defRPr sz="2200" b="1">
                <a:solidFill>
                  <a:schemeClr val="dk2"/>
                </a:solidFill>
                <a:latin typeface="Orbitron"/>
                <a:ea typeface="Orbitron"/>
                <a:cs typeface="Orbitron"/>
                <a:sym typeface="Orbitron"/>
              </a:defRPr>
            </a:lvl8pPr>
            <a:lvl9pPr lvl="8" rtl="0">
              <a:lnSpc>
                <a:spcPct val="100000"/>
              </a:lnSpc>
              <a:spcBef>
                <a:spcPts val="0"/>
              </a:spcBef>
              <a:spcAft>
                <a:spcPts val="0"/>
              </a:spcAft>
              <a:buNone/>
              <a:defRPr sz="2200" b="1">
                <a:solidFill>
                  <a:schemeClr val="dk2"/>
                </a:solidFill>
                <a:latin typeface="Orbitron"/>
                <a:ea typeface="Orbitron"/>
                <a:cs typeface="Orbitron"/>
                <a:sym typeface="Orbitron"/>
              </a:defRPr>
            </a:lvl9pPr>
          </a:lstStyle>
          <a:p>
            <a:endParaRPr/>
          </a:p>
        </p:txBody>
      </p:sp>
      <p:sp>
        <p:nvSpPr>
          <p:cNvPr id="359" name="Google Shape;359;p13"/>
          <p:cNvSpPr txBox="1">
            <a:spLocks noGrp="1"/>
          </p:cNvSpPr>
          <p:nvPr>
            <p:ph type="subTitle" idx="2"/>
          </p:nvPr>
        </p:nvSpPr>
        <p:spPr>
          <a:xfrm>
            <a:off x="1234025" y="2249636"/>
            <a:ext cx="2818500" cy="592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360" name="Google Shape;360;p13"/>
          <p:cNvSpPr txBox="1">
            <a:spLocks noGrp="1"/>
          </p:cNvSpPr>
          <p:nvPr>
            <p:ph type="title" idx="3" hasCustomPrompt="1"/>
          </p:nvPr>
        </p:nvSpPr>
        <p:spPr>
          <a:xfrm>
            <a:off x="5958325" y="1278011"/>
            <a:ext cx="10848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61" name="Google Shape;361;p13"/>
          <p:cNvSpPr txBox="1">
            <a:spLocks noGrp="1"/>
          </p:cNvSpPr>
          <p:nvPr>
            <p:ph type="subTitle" idx="4"/>
          </p:nvPr>
        </p:nvSpPr>
        <p:spPr>
          <a:xfrm>
            <a:off x="5091475" y="1849391"/>
            <a:ext cx="28185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solidFill>
                  <a:schemeClr val="dk2"/>
                </a:solidFill>
                <a:latin typeface="Orbitron"/>
                <a:ea typeface="Orbitron"/>
                <a:cs typeface="Orbitron"/>
                <a:sym typeface="Orbitron"/>
              </a:defRPr>
            </a:lvl1pPr>
            <a:lvl2pPr lvl="1" rtl="0">
              <a:lnSpc>
                <a:spcPct val="100000"/>
              </a:lnSpc>
              <a:spcBef>
                <a:spcPts val="0"/>
              </a:spcBef>
              <a:spcAft>
                <a:spcPts val="0"/>
              </a:spcAft>
              <a:buNone/>
              <a:defRPr sz="2200" b="1">
                <a:solidFill>
                  <a:schemeClr val="dk2"/>
                </a:solidFill>
                <a:latin typeface="Orbitron"/>
                <a:ea typeface="Orbitron"/>
                <a:cs typeface="Orbitron"/>
                <a:sym typeface="Orbitron"/>
              </a:defRPr>
            </a:lvl2pPr>
            <a:lvl3pPr lvl="2" rtl="0">
              <a:lnSpc>
                <a:spcPct val="100000"/>
              </a:lnSpc>
              <a:spcBef>
                <a:spcPts val="0"/>
              </a:spcBef>
              <a:spcAft>
                <a:spcPts val="0"/>
              </a:spcAft>
              <a:buNone/>
              <a:defRPr sz="2200" b="1">
                <a:solidFill>
                  <a:schemeClr val="dk2"/>
                </a:solidFill>
                <a:latin typeface="Orbitron"/>
                <a:ea typeface="Orbitron"/>
                <a:cs typeface="Orbitron"/>
                <a:sym typeface="Orbitron"/>
              </a:defRPr>
            </a:lvl3pPr>
            <a:lvl4pPr lvl="3" rtl="0">
              <a:lnSpc>
                <a:spcPct val="100000"/>
              </a:lnSpc>
              <a:spcBef>
                <a:spcPts val="0"/>
              </a:spcBef>
              <a:spcAft>
                <a:spcPts val="0"/>
              </a:spcAft>
              <a:buNone/>
              <a:defRPr sz="2200" b="1">
                <a:solidFill>
                  <a:schemeClr val="dk2"/>
                </a:solidFill>
                <a:latin typeface="Orbitron"/>
                <a:ea typeface="Orbitron"/>
                <a:cs typeface="Orbitron"/>
                <a:sym typeface="Orbitron"/>
              </a:defRPr>
            </a:lvl4pPr>
            <a:lvl5pPr lvl="4" rtl="0">
              <a:lnSpc>
                <a:spcPct val="100000"/>
              </a:lnSpc>
              <a:spcBef>
                <a:spcPts val="0"/>
              </a:spcBef>
              <a:spcAft>
                <a:spcPts val="0"/>
              </a:spcAft>
              <a:buNone/>
              <a:defRPr sz="2200" b="1">
                <a:solidFill>
                  <a:schemeClr val="dk2"/>
                </a:solidFill>
                <a:latin typeface="Orbitron"/>
                <a:ea typeface="Orbitron"/>
                <a:cs typeface="Orbitron"/>
                <a:sym typeface="Orbitron"/>
              </a:defRPr>
            </a:lvl5pPr>
            <a:lvl6pPr lvl="5" rtl="0">
              <a:lnSpc>
                <a:spcPct val="100000"/>
              </a:lnSpc>
              <a:spcBef>
                <a:spcPts val="0"/>
              </a:spcBef>
              <a:spcAft>
                <a:spcPts val="0"/>
              </a:spcAft>
              <a:buNone/>
              <a:defRPr sz="2200" b="1">
                <a:solidFill>
                  <a:schemeClr val="dk2"/>
                </a:solidFill>
                <a:latin typeface="Orbitron"/>
                <a:ea typeface="Orbitron"/>
                <a:cs typeface="Orbitron"/>
                <a:sym typeface="Orbitron"/>
              </a:defRPr>
            </a:lvl6pPr>
            <a:lvl7pPr lvl="6" rtl="0">
              <a:lnSpc>
                <a:spcPct val="100000"/>
              </a:lnSpc>
              <a:spcBef>
                <a:spcPts val="0"/>
              </a:spcBef>
              <a:spcAft>
                <a:spcPts val="0"/>
              </a:spcAft>
              <a:buNone/>
              <a:defRPr sz="2200" b="1">
                <a:solidFill>
                  <a:schemeClr val="dk2"/>
                </a:solidFill>
                <a:latin typeface="Orbitron"/>
                <a:ea typeface="Orbitron"/>
                <a:cs typeface="Orbitron"/>
                <a:sym typeface="Orbitron"/>
              </a:defRPr>
            </a:lvl7pPr>
            <a:lvl8pPr lvl="7" rtl="0">
              <a:lnSpc>
                <a:spcPct val="100000"/>
              </a:lnSpc>
              <a:spcBef>
                <a:spcPts val="0"/>
              </a:spcBef>
              <a:spcAft>
                <a:spcPts val="0"/>
              </a:spcAft>
              <a:buNone/>
              <a:defRPr sz="2200" b="1">
                <a:solidFill>
                  <a:schemeClr val="dk2"/>
                </a:solidFill>
                <a:latin typeface="Orbitron"/>
                <a:ea typeface="Orbitron"/>
                <a:cs typeface="Orbitron"/>
                <a:sym typeface="Orbitron"/>
              </a:defRPr>
            </a:lvl8pPr>
            <a:lvl9pPr lvl="8" rtl="0">
              <a:lnSpc>
                <a:spcPct val="100000"/>
              </a:lnSpc>
              <a:spcBef>
                <a:spcPts val="0"/>
              </a:spcBef>
              <a:spcAft>
                <a:spcPts val="0"/>
              </a:spcAft>
              <a:buNone/>
              <a:defRPr sz="2200" b="1">
                <a:solidFill>
                  <a:schemeClr val="dk2"/>
                </a:solidFill>
                <a:latin typeface="Orbitron"/>
                <a:ea typeface="Orbitron"/>
                <a:cs typeface="Orbitron"/>
                <a:sym typeface="Orbitron"/>
              </a:defRPr>
            </a:lvl9pPr>
          </a:lstStyle>
          <a:p>
            <a:endParaRPr/>
          </a:p>
        </p:txBody>
      </p:sp>
      <p:sp>
        <p:nvSpPr>
          <p:cNvPr id="362" name="Google Shape;362;p13"/>
          <p:cNvSpPr txBox="1">
            <a:spLocks noGrp="1"/>
          </p:cNvSpPr>
          <p:nvPr>
            <p:ph type="subTitle" idx="5"/>
          </p:nvPr>
        </p:nvSpPr>
        <p:spPr>
          <a:xfrm>
            <a:off x="5091475" y="2249636"/>
            <a:ext cx="2818500" cy="592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363" name="Google Shape;363;p13"/>
          <p:cNvSpPr txBox="1">
            <a:spLocks noGrp="1"/>
          </p:cNvSpPr>
          <p:nvPr>
            <p:ph type="title" idx="6" hasCustomPrompt="1"/>
          </p:nvPr>
        </p:nvSpPr>
        <p:spPr>
          <a:xfrm>
            <a:off x="2100875" y="3002952"/>
            <a:ext cx="10848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64" name="Google Shape;364;p13"/>
          <p:cNvSpPr txBox="1">
            <a:spLocks noGrp="1"/>
          </p:cNvSpPr>
          <p:nvPr>
            <p:ph type="subTitle" idx="7"/>
          </p:nvPr>
        </p:nvSpPr>
        <p:spPr>
          <a:xfrm>
            <a:off x="1234025" y="3574317"/>
            <a:ext cx="28185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solidFill>
                  <a:schemeClr val="dk2"/>
                </a:solidFill>
                <a:latin typeface="Orbitron"/>
                <a:ea typeface="Orbitron"/>
                <a:cs typeface="Orbitron"/>
                <a:sym typeface="Orbitron"/>
              </a:defRPr>
            </a:lvl1pPr>
            <a:lvl2pPr lvl="1" rtl="0">
              <a:lnSpc>
                <a:spcPct val="100000"/>
              </a:lnSpc>
              <a:spcBef>
                <a:spcPts val="0"/>
              </a:spcBef>
              <a:spcAft>
                <a:spcPts val="0"/>
              </a:spcAft>
              <a:buNone/>
              <a:defRPr sz="2200" b="1">
                <a:solidFill>
                  <a:schemeClr val="dk2"/>
                </a:solidFill>
                <a:latin typeface="Orbitron"/>
                <a:ea typeface="Orbitron"/>
                <a:cs typeface="Orbitron"/>
                <a:sym typeface="Orbitron"/>
              </a:defRPr>
            </a:lvl2pPr>
            <a:lvl3pPr lvl="2" rtl="0">
              <a:lnSpc>
                <a:spcPct val="100000"/>
              </a:lnSpc>
              <a:spcBef>
                <a:spcPts val="0"/>
              </a:spcBef>
              <a:spcAft>
                <a:spcPts val="0"/>
              </a:spcAft>
              <a:buNone/>
              <a:defRPr sz="2200" b="1">
                <a:solidFill>
                  <a:schemeClr val="dk2"/>
                </a:solidFill>
                <a:latin typeface="Orbitron"/>
                <a:ea typeface="Orbitron"/>
                <a:cs typeface="Orbitron"/>
                <a:sym typeface="Orbitron"/>
              </a:defRPr>
            </a:lvl3pPr>
            <a:lvl4pPr lvl="3" rtl="0">
              <a:lnSpc>
                <a:spcPct val="100000"/>
              </a:lnSpc>
              <a:spcBef>
                <a:spcPts val="0"/>
              </a:spcBef>
              <a:spcAft>
                <a:spcPts val="0"/>
              </a:spcAft>
              <a:buNone/>
              <a:defRPr sz="2200" b="1">
                <a:solidFill>
                  <a:schemeClr val="dk2"/>
                </a:solidFill>
                <a:latin typeface="Orbitron"/>
                <a:ea typeface="Orbitron"/>
                <a:cs typeface="Orbitron"/>
                <a:sym typeface="Orbitron"/>
              </a:defRPr>
            </a:lvl4pPr>
            <a:lvl5pPr lvl="4" rtl="0">
              <a:lnSpc>
                <a:spcPct val="100000"/>
              </a:lnSpc>
              <a:spcBef>
                <a:spcPts val="0"/>
              </a:spcBef>
              <a:spcAft>
                <a:spcPts val="0"/>
              </a:spcAft>
              <a:buNone/>
              <a:defRPr sz="2200" b="1">
                <a:solidFill>
                  <a:schemeClr val="dk2"/>
                </a:solidFill>
                <a:latin typeface="Orbitron"/>
                <a:ea typeface="Orbitron"/>
                <a:cs typeface="Orbitron"/>
                <a:sym typeface="Orbitron"/>
              </a:defRPr>
            </a:lvl5pPr>
            <a:lvl6pPr lvl="5" rtl="0">
              <a:lnSpc>
                <a:spcPct val="100000"/>
              </a:lnSpc>
              <a:spcBef>
                <a:spcPts val="0"/>
              </a:spcBef>
              <a:spcAft>
                <a:spcPts val="0"/>
              </a:spcAft>
              <a:buNone/>
              <a:defRPr sz="2200" b="1">
                <a:solidFill>
                  <a:schemeClr val="dk2"/>
                </a:solidFill>
                <a:latin typeface="Orbitron"/>
                <a:ea typeface="Orbitron"/>
                <a:cs typeface="Orbitron"/>
                <a:sym typeface="Orbitron"/>
              </a:defRPr>
            </a:lvl6pPr>
            <a:lvl7pPr lvl="6" rtl="0">
              <a:lnSpc>
                <a:spcPct val="100000"/>
              </a:lnSpc>
              <a:spcBef>
                <a:spcPts val="0"/>
              </a:spcBef>
              <a:spcAft>
                <a:spcPts val="0"/>
              </a:spcAft>
              <a:buNone/>
              <a:defRPr sz="2200" b="1">
                <a:solidFill>
                  <a:schemeClr val="dk2"/>
                </a:solidFill>
                <a:latin typeface="Orbitron"/>
                <a:ea typeface="Orbitron"/>
                <a:cs typeface="Orbitron"/>
                <a:sym typeface="Orbitron"/>
              </a:defRPr>
            </a:lvl7pPr>
            <a:lvl8pPr lvl="7" rtl="0">
              <a:lnSpc>
                <a:spcPct val="100000"/>
              </a:lnSpc>
              <a:spcBef>
                <a:spcPts val="0"/>
              </a:spcBef>
              <a:spcAft>
                <a:spcPts val="0"/>
              </a:spcAft>
              <a:buNone/>
              <a:defRPr sz="2200" b="1">
                <a:solidFill>
                  <a:schemeClr val="dk2"/>
                </a:solidFill>
                <a:latin typeface="Orbitron"/>
                <a:ea typeface="Orbitron"/>
                <a:cs typeface="Orbitron"/>
                <a:sym typeface="Orbitron"/>
              </a:defRPr>
            </a:lvl8pPr>
            <a:lvl9pPr lvl="8" rtl="0">
              <a:lnSpc>
                <a:spcPct val="100000"/>
              </a:lnSpc>
              <a:spcBef>
                <a:spcPts val="0"/>
              </a:spcBef>
              <a:spcAft>
                <a:spcPts val="0"/>
              </a:spcAft>
              <a:buNone/>
              <a:defRPr sz="2200" b="1">
                <a:solidFill>
                  <a:schemeClr val="dk2"/>
                </a:solidFill>
                <a:latin typeface="Orbitron"/>
                <a:ea typeface="Orbitron"/>
                <a:cs typeface="Orbitron"/>
                <a:sym typeface="Orbitron"/>
              </a:defRPr>
            </a:lvl9pPr>
          </a:lstStyle>
          <a:p>
            <a:endParaRPr/>
          </a:p>
        </p:txBody>
      </p:sp>
      <p:sp>
        <p:nvSpPr>
          <p:cNvPr id="365" name="Google Shape;365;p13"/>
          <p:cNvSpPr txBox="1">
            <a:spLocks noGrp="1"/>
          </p:cNvSpPr>
          <p:nvPr>
            <p:ph type="subTitle" idx="8"/>
          </p:nvPr>
        </p:nvSpPr>
        <p:spPr>
          <a:xfrm>
            <a:off x="1234025" y="3974562"/>
            <a:ext cx="2818500" cy="592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366" name="Google Shape;366;p13"/>
          <p:cNvSpPr txBox="1">
            <a:spLocks noGrp="1"/>
          </p:cNvSpPr>
          <p:nvPr>
            <p:ph type="title" idx="9"/>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Fredoka One"/>
              <a:buNone/>
              <a:defRPr/>
            </a:lvl1pPr>
            <a:lvl2pPr lvl="1"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a:endParaRPr/>
          </a:p>
        </p:txBody>
      </p:sp>
      <p:sp>
        <p:nvSpPr>
          <p:cNvPr id="367" name="Google Shape;367;p13"/>
          <p:cNvSpPr txBox="1">
            <a:spLocks noGrp="1"/>
          </p:cNvSpPr>
          <p:nvPr>
            <p:ph type="title" idx="13" hasCustomPrompt="1"/>
          </p:nvPr>
        </p:nvSpPr>
        <p:spPr>
          <a:xfrm>
            <a:off x="5958325" y="3002952"/>
            <a:ext cx="10848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68" name="Google Shape;368;p13"/>
          <p:cNvSpPr txBox="1">
            <a:spLocks noGrp="1"/>
          </p:cNvSpPr>
          <p:nvPr>
            <p:ph type="subTitle" idx="14"/>
          </p:nvPr>
        </p:nvSpPr>
        <p:spPr>
          <a:xfrm>
            <a:off x="5091475" y="3574317"/>
            <a:ext cx="28185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solidFill>
                  <a:schemeClr val="dk2"/>
                </a:solidFill>
                <a:latin typeface="Orbitron"/>
                <a:ea typeface="Orbitron"/>
                <a:cs typeface="Orbitron"/>
                <a:sym typeface="Orbitron"/>
              </a:defRPr>
            </a:lvl1pPr>
            <a:lvl2pPr lvl="1" rtl="0">
              <a:lnSpc>
                <a:spcPct val="100000"/>
              </a:lnSpc>
              <a:spcBef>
                <a:spcPts val="0"/>
              </a:spcBef>
              <a:spcAft>
                <a:spcPts val="0"/>
              </a:spcAft>
              <a:buNone/>
              <a:defRPr sz="2200" b="1">
                <a:solidFill>
                  <a:schemeClr val="dk2"/>
                </a:solidFill>
                <a:latin typeface="Orbitron"/>
                <a:ea typeface="Orbitron"/>
                <a:cs typeface="Orbitron"/>
                <a:sym typeface="Orbitron"/>
              </a:defRPr>
            </a:lvl2pPr>
            <a:lvl3pPr lvl="2" rtl="0">
              <a:lnSpc>
                <a:spcPct val="100000"/>
              </a:lnSpc>
              <a:spcBef>
                <a:spcPts val="0"/>
              </a:spcBef>
              <a:spcAft>
                <a:spcPts val="0"/>
              </a:spcAft>
              <a:buNone/>
              <a:defRPr sz="2200" b="1">
                <a:solidFill>
                  <a:schemeClr val="dk2"/>
                </a:solidFill>
                <a:latin typeface="Orbitron"/>
                <a:ea typeface="Orbitron"/>
                <a:cs typeface="Orbitron"/>
                <a:sym typeface="Orbitron"/>
              </a:defRPr>
            </a:lvl3pPr>
            <a:lvl4pPr lvl="3" rtl="0">
              <a:lnSpc>
                <a:spcPct val="100000"/>
              </a:lnSpc>
              <a:spcBef>
                <a:spcPts val="0"/>
              </a:spcBef>
              <a:spcAft>
                <a:spcPts val="0"/>
              </a:spcAft>
              <a:buNone/>
              <a:defRPr sz="2200" b="1">
                <a:solidFill>
                  <a:schemeClr val="dk2"/>
                </a:solidFill>
                <a:latin typeface="Orbitron"/>
                <a:ea typeface="Orbitron"/>
                <a:cs typeface="Orbitron"/>
                <a:sym typeface="Orbitron"/>
              </a:defRPr>
            </a:lvl4pPr>
            <a:lvl5pPr lvl="4" rtl="0">
              <a:lnSpc>
                <a:spcPct val="100000"/>
              </a:lnSpc>
              <a:spcBef>
                <a:spcPts val="0"/>
              </a:spcBef>
              <a:spcAft>
                <a:spcPts val="0"/>
              </a:spcAft>
              <a:buNone/>
              <a:defRPr sz="2200" b="1">
                <a:solidFill>
                  <a:schemeClr val="dk2"/>
                </a:solidFill>
                <a:latin typeface="Orbitron"/>
                <a:ea typeface="Orbitron"/>
                <a:cs typeface="Orbitron"/>
                <a:sym typeface="Orbitron"/>
              </a:defRPr>
            </a:lvl5pPr>
            <a:lvl6pPr lvl="5" rtl="0">
              <a:lnSpc>
                <a:spcPct val="100000"/>
              </a:lnSpc>
              <a:spcBef>
                <a:spcPts val="0"/>
              </a:spcBef>
              <a:spcAft>
                <a:spcPts val="0"/>
              </a:spcAft>
              <a:buNone/>
              <a:defRPr sz="2200" b="1">
                <a:solidFill>
                  <a:schemeClr val="dk2"/>
                </a:solidFill>
                <a:latin typeface="Orbitron"/>
                <a:ea typeface="Orbitron"/>
                <a:cs typeface="Orbitron"/>
                <a:sym typeface="Orbitron"/>
              </a:defRPr>
            </a:lvl6pPr>
            <a:lvl7pPr lvl="6" rtl="0">
              <a:lnSpc>
                <a:spcPct val="100000"/>
              </a:lnSpc>
              <a:spcBef>
                <a:spcPts val="0"/>
              </a:spcBef>
              <a:spcAft>
                <a:spcPts val="0"/>
              </a:spcAft>
              <a:buNone/>
              <a:defRPr sz="2200" b="1">
                <a:solidFill>
                  <a:schemeClr val="dk2"/>
                </a:solidFill>
                <a:latin typeface="Orbitron"/>
                <a:ea typeface="Orbitron"/>
                <a:cs typeface="Orbitron"/>
                <a:sym typeface="Orbitron"/>
              </a:defRPr>
            </a:lvl7pPr>
            <a:lvl8pPr lvl="7" rtl="0">
              <a:lnSpc>
                <a:spcPct val="100000"/>
              </a:lnSpc>
              <a:spcBef>
                <a:spcPts val="0"/>
              </a:spcBef>
              <a:spcAft>
                <a:spcPts val="0"/>
              </a:spcAft>
              <a:buNone/>
              <a:defRPr sz="2200" b="1">
                <a:solidFill>
                  <a:schemeClr val="dk2"/>
                </a:solidFill>
                <a:latin typeface="Orbitron"/>
                <a:ea typeface="Orbitron"/>
                <a:cs typeface="Orbitron"/>
                <a:sym typeface="Orbitron"/>
              </a:defRPr>
            </a:lvl8pPr>
            <a:lvl9pPr lvl="8" rtl="0">
              <a:lnSpc>
                <a:spcPct val="100000"/>
              </a:lnSpc>
              <a:spcBef>
                <a:spcPts val="0"/>
              </a:spcBef>
              <a:spcAft>
                <a:spcPts val="0"/>
              </a:spcAft>
              <a:buNone/>
              <a:defRPr sz="2200" b="1">
                <a:solidFill>
                  <a:schemeClr val="dk2"/>
                </a:solidFill>
                <a:latin typeface="Orbitron"/>
                <a:ea typeface="Orbitron"/>
                <a:cs typeface="Orbitron"/>
                <a:sym typeface="Orbitron"/>
              </a:defRPr>
            </a:lvl9pPr>
          </a:lstStyle>
          <a:p>
            <a:endParaRPr/>
          </a:p>
        </p:txBody>
      </p:sp>
      <p:sp>
        <p:nvSpPr>
          <p:cNvPr id="369" name="Google Shape;369;p13"/>
          <p:cNvSpPr txBox="1">
            <a:spLocks noGrp="1"/>
          </p:cNvSpPr>
          <p:nvPr>
            <p:ph type="subTitle" idx="15"/>
          </p:nvPr>
        </p:nvSpPr>
        <p:spPr>
          <a:xfrm>
            <a:off x="5091475" y="3974562"/>
            <a:ext cx="2818500" cy="592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grpSp>
        <p:nvGrpSpPr>
          <p:cNvPr id="370" name="Google Shape;370;p13"/>
          <p:cNvGrpSpPr/>
          <p:nvPr/>
        </p:nvGrpSpPr>
        <p:grpSpPr>
          <a:xfrm>
            <a:off x="-3389800" y="-360873"/>
            <a:ext cx="6322114" cy="7255046"/>
            <a:chOff x="-3389800" y="-360873"/>
            <a:chExt cx="6322114" cy="7255046"/>
          </a:xfrm>
        </p:grpSpPr>
        <p:sp>
          <p:nvSpPr>
            <p:cNvPr id="371" name="Google Shape;371;p13"/>
            <p:cNvSpPr/>
            <p:nvPr/>
          </p:nvSpPr>
          <p:spPr>
            <a:xfrm>
              <a:off x="-3389800" y="-360873"/>
              <a:ext cx="6322114" cy="7255046"/>
            </a:xfrm>
            <a:custGeom>
              <a:avLst/>
              <a:gdLst/>
              <a:ahLst/>
              <a:cxnLst/>
              <a:rect l="l" t="t" r="r" b="b"/>
              <a:pathLst>
                <a:path w="71832" h="82432" extrusionOk="0">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2" name="Google Shape;372;p13"/>
            <p:cNvGrpSpPr/>
            <p:nvPr/>
          </p:nvGrpSpPr>
          <p:grpSpPr>
            <a:xfrm>
              <a:off x="-1419600" y="387590"/>
              <a:ext cx="2381713" cy="3328977"/>
              <a:chOff x="7655072" y="-407632"/>
              <a:chExt cx="2008529" cy="2807368"/>
            </a:xfrm>
          </p:grpSpPr>
          <p:sp>
            <p:nvSpPr>
              <p:cNvPr id="373" name="Google Shape;373;p13"/>
              <p:cNvSpPr/>
              <p:nvPr/>
            </p:nvSpPr>
            <p:spPr>
              <a:xfrm>
                <a:off x="7685059" y="-336851"/>
                <a:ext cx="1930325" cy="2689498"/>
              </a:xfrm>
              <a:custGeom>
                <a:avLst/>
                <a:gdLst/>
                <a:ahLst/>
                <a:cxnLst/>
                <a:rect l="l" t="t" r="r" b="b"/>
                <a:pathLst>
                  <a:path w="32508" h="45293" extrusionOk="0">
                    <a:moveTo>
                      <a:pt x="0" y="1"/>
                    </a:moveTo>
                    <a:lnTo>
                      <a:pt x="0" y="8351"/>
                    </a:lnTo>
                    <a:lnTo>
                      <a:pt x="15447" y="8351"/>
                    </a:lnTo>
                    <a:lnTo>
                      <a:pt x="24998" y="17901"/>
                    </a:lnTo>
                    <a:lnTo>
                      <a:pt x="24998" y="38040"/>
                    </a:lnTo>
                    <a:lnTo>
                      <a:pt x="32251" y="45293"/>
                    </a:lnTo>
                    <a:lnTo>
                      <a:pt x="32507" y="45037"/>
                    </a:lnTo>
                    <a:lnTo>
                      <a:pt x="25358" y="37888"/>
                    </a:lnTo>
                    <a:lnTo>
                      <a:pt x="25358" y="17749"/>
                    </a:lnTo>
                    <a:lnTo>
                      <a:pt x="15651" y="8043"/>
                    </a:lnTo>
                    <a:lnTo>
                      <a:pt x="15595" y="7986"/>
                    </a:lnTo>
                    <a:lnTo>
                      <a:pt x="365" y="7986"/>
                    </a:lnTo>
                    <a:lnTo>
                      <a:pt x="3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3"/>
              <p:cNvSpPr/>
              <p:nvPr/>
            </p:nvSpPr>
            <p:spPr>
              <a:xfrm>
                <a:off x="8734422" y="271200"/>
                <a:ext cx="332350" cy="332528"/>
              </a:xfrm>
              <a:custGeom>
                <a:avLst/>
                <a:gdLst/>
                <a:ahLst/>
                <a:cxnLst/>
                <a:rect l="l" t="t" r="r" b="b"/>
                <a:pathLst>
                  <a:path w="5597" h="5600" extrusionOk="0">
                    <a:moveTo>
                      <a:pt x="1" y="0"/>
                    </a:moveTo>
                    <a:lnTo>
                      <a:pt x="1" y="1597"/>
                    </a:lnTo>
                    <a:lnTo>
                      <a:pt x="2002" y="3599"/>
                    </a:lnTo>
                    <a:lnTo>
                      <a:pt x="4004" y="5600"/>
                    </a:lnTo>
                    <a:lnTo>
                      <a:pt x="5597" y="5600"/>
                    </a:lnTo>
                    <a:lnTo>
                      <a:pt x="2799" y="2802"/>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3"/>
              <p:cNvSpPr/>
              <p:nvPr/>
            </p:nvSpPr>
            <p:spPr>
              <a:xfrm>
                <a:off x="7655072" y="-407632"/>
                <a:ext cx="81588" cy="81529"/>
              </a:xfrm>
              <a:custGeom>
                <a:avLst/>
                <a:gdLst/>
                <a:ahLst/>
                <a:cxnLst/>
                <a:rect l="l" t="t" r="r" b="b"/>
                <a:pathLst>
                  <a:path w="1374" h="1373" extrusionOk="0">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3"/>
              <p:cNvSpPr/>
              <p:nvPr/>
            </p:nvSpPr>
            <p:spPr>
              <a:xfrm>
                <a:off x="9568236" y="2317969"/>
                <a:ext cx="95364" cy="81766"/>
              </a:xfrm>
              <a:custGeom>
                <a:avLst/>
                <a:gdLst/>
                <a:ahLst/>
                <a:cxnLst/>
                <a:rect l="l" t="t" r="r" b="b"/>
                <a:pathLst>
                  <a:path w="1606" h="1377" extrusionOk="0">
                    <a:moveTo>
                      <a:pt x="917" y="364"/>
                    </a:moveTo>
                    <a:cubicBezTo>
                      <a:pt x="1097" y="364"/>
                      <a:pt x="1242" y="512"/>
                      <a:pt x="1242" y="688"/>
                    </a:cubicBezTo>
                    <a:cubicBezTo>
                      <a:pt x="1242" y="883"/>
                      <a:pt x="1082" y="1012"/>
                      <a:pt x="916" y="1012"/>
                    </a:cubicBezTo>
                    <a:cubicBezTo>
                      <a:pt x="837" y="1012"/>
                      <a:pt x="755" y="982"/>
                      <a:pt x="689" y="916"/>
                    </a:cubicBezTo>
                    <a:cubicBezTo>
                      <a:pt x="485" y="712"/>
                      <a:pt x="629" y="364"/>
                      <a:pt x="917" y="364"/>
                    </a:cubicBezTo>
                    <a:close/>
                    <a:moveTo>
                      <a:pt x="915" y="1"/>
                    </a:moveTo>
                    <a:cubicBezTo>
                      <a:pt x="746" y="1"/>
                      <a:pt x="573" y="63"/>
                      <a:pt x="433" y="203"/>
                    </a:cubicBezTo>
                    <a:cubicBezTo>
                      <a:pt x="1" y="636"/>
                      <a:pt x="309" y="1376"/>
                      <a:pt x="917" y="1376"/>
                    </a:cubicBezTo>
                    <a:cubicBezTo>
                      <a:pt x="1298" y="1372"/>
                      <a:pt x="1606" y="1068"/>
                      <a:pt x="1606" y="688"/>
                    </a:cubicBezTo>
                    <a:cubicBezTo>
                      <a:pt x="1606" y="274"/>
                      <a:pt x="1267" y="1"/>
                      <a:pt x="9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3"/>
              <p:cNvSpPr/>
              <p:nvPr/>
            </p:nvSpPr>
            <p:spPr>
              <a:xfrm>
                <a:off x="7692897" y="-144282"/>
                <a:ext cx="497783" cy="292387"/>
              </a:xfrm>
              <a:custGeom>
                <a:avLst/>
                <a:gdLst/>
                <a:ahLst/>
                <a:cxnLst/>
                <a:rect l="l" t="t" r="r" b="b"/>
                <a:pathLst>
                  <a:path w="8383" h="4924" extrusionOk="0">
                    <a:moveTo>
                      <a:pt x="100" y="0"/>
                    </a:moveTo>
                    <a:lnTo>
                      <a:pt x="0" y="104"/>
                    </a:lnTo>
                    <a:lnTo>
                      <a:pt x="2498" y="2598"/>
                    </a:lnTo>
                    <a:lnTo>
                      <a:pt x="5957" y="2598"/>
                    </a:lnTo>
                    <a:lnTo>
                      <a:pt x="8282" y="4924"/>
                    </a:lnTo>
                    <a:lnTo>
                      <a:pt x="8382" y="4820"/>
                    </a:lnTo>
                    <a:lnTo>
                      <a:pt x="6017" y="2454"/>
                    </a:lnTo>
                    <a:lnTo>
                      <a:pt x="2558" y="2454"/>
                    </a:lnTo>
                    <a:lnTo>
                      <a:pt x="1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8" name="Google Shape;378;p13"/>
            <p:cNvGrpSpPr/>
            <p:nvPr/>
          </p:nvGrpSpPr>
          <p:grpSpPr>
            <a:xfrm>
              <a:off x="-201897" y="42827"/>
              <a:ext cx="1029648" cy="1806572"/>
              <a:chOff x="455034" y="-121633"/>
              <a:chExt cx="629947" cy="1105275"/>
            </a:xfrm>
          </p:grpSpPr>
          <p:sp>
            <p:nvSpPr>
              <p:cNvPr id="379" name="Google Shape;379;p13"/>
              <p:cNvSpPr/>
              <p:nvPr/>
            </p:nvSpPr>
            <p:spPr>
              <a:xfrm>
                <a:off x="1007193" y="917077"/>
                <a:ext cx="77788" cy="66565"/>
              </a:xfrm>
              <a:custGeom>
                <a:avLst/>
                <a:gdLst/>
                <a:ahLst/>
                <a:cxnLst/>
                <a:rect l="l" t="t" r="r" b="b"/>
                <a:pathLst>
                  <a:path w="1310" h="1121" extrusionOk="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3"/>
              <p:cNvSpPr/>
              <p:nvPr/>
            </p:nvSpPr>
            <p:spPr>
              <a:xfrm>
                <a:off x="455034" y="-121633"/>
                <a:ext cx="592137" cy="1045622"/>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1" name="Google Shape;381;p13"/>
            <p:cNvGrpSpPr/>
            <p:nvPr/>
          </p:nvGrpSpPr>
          <p:grpSpPr>
            <a:xfrm>
              <a:off x="889287" y="4589548"/>
              <a:ext cx="471865" cy="38050"/>
              <a:chOff x="6298452" y="2390050"/>
              <a:chExt cx="140725" cy="11350"/>
            </a:xfrm>
          </p:grpSpPr>
          <p:sp>
            <p:nvSpPr>
              <p:cNvPr id="382" name="Google Shape;382;p13"/>
              <p:cNvSpPr/>
              <p:nvPr/>
            </p:nvSpPr>
            <p:spPr>
              <a:xfrm>
                <a:off x="6298452" y="2390050"/>
                <a:ext cx="70375" cy="11350"/>
              </a:xfrm>
              <a:custGeom>
                <a:avLst/>
                <a:gdLst/>
                <a:ahLst/>
                <a:cxnLst/>
                <a:rect l="l" t="t" r="r" b="b"/>
                <a:pathLst>
                  <a:path w="2815" h="454" extrusionOk="0">
                    <a:moveTo>
                      <a:pt x="1" y="1"/>
                    </a:moveTo>
                    <a:lnTo>
                      <a:pt x="1" y="453"/>
                    </a:lnTo>
                    <a:lnTo>
                      <a:pt x="2815" y="453"/>
                    </a:lnTo>
                    <a:lnTo>
                      <a:pt x="281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3"/>
              <p:cNvSpPr/>
              <p:nvPr/>
            </p:nvSpPr>
            <p:spPr>
              <a:xfrm>
                <a:off x="6382427" y="2390050"/>
                <a:ext cx="35150" cy="11350"/>
              </a:xfrm>
              <a:custGeom>
                <a:avLst/>
                <a:gdLst/>
                <a:ahLst/>
                <a:cxnLst/>
                <a:rect l="l" t="t" r="r" b="b"/>
                <a:pathLst>
                  <a:path w="1406" h="454" extrusionOk="0">
                    <a:moveTo>
                      <a:pt x="0" y="1"/>
                    </a:moveTo>
                    <a:lnTo>
                      <a:pt x="0" y="453"/>
                    </a:lnTo>
                    <a:lnTo>
                      <a:pt x="1405" y="453"/>
                    </a:lnTo>
                    <a:lnTo>
                      <a:pt x="140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3"/>
              <p:cNvSpPr/>
              <p:nvPr/>
            </p:nvSpPr>
            <p:spPr>
              <a:xfrm>
                <a:off x="6427952" y="2390050"/>
                <a:ext cx="11225" cy="11350"/>
              </a:xfrm>
              <a:custGeom>
                <a:avLst/>
                <a:gdLst/>
                <a:ahLst/>
                <a:cxnLst/>
                <a:rect l="l" t="t" r="r" b="b"/>
                <a:pathLst>
                  <a:path w="449" h="454" extrusionOk="0">
                    <a:moveTo>
                      <a:pt x="1" y="1"/>
                    </a:moveTo>
                    <a:lnTo>
                      <a:pt x="1" y="453"/>
                    </a:lnTo>
                    <a:lnTo>
                      <a:pt x="449" y="453"/>
                    </a:lnTo>
                    <a:lnTo>
                      <a:pt x="44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5" name="Google Shape;385;p13"/>
          <p:cNvGrpSpPr/>
          <p:nvPr/>
        </p:nvGrpSpPr>
        <p:grpSpPr>
          <a:xfrm>
            <a:off x="6133478" y="-1088649"/>
            <a:ext cx="7166740" cy="6435526"/>
            <a:chOff x="6133478" y="-1088649"/>
            <a:chExt cx="7166740" cy="6435526"/>
          </a:xfrm>
        </p:grpSpPr>
        <p:sp>
          <p:nvSpPr>
            <p:cNvPr id="386" name="Google Shape;386;p13"/>
            <p:cNvSpPr/>
            <p:nvPr/>
          </p:nvSpPr>
          <p:spPr>
            <a:xfrm>
              <a:off x="6133478" y="-1088649"/>
              <a:ext cx="7166740" cy="6435526"/>
            </a:xfrm>
            <a:custGeom>
              <a:avLst/>
              <a:gdLst/>
              <a:ahLst/>
              <a:cxnLst/>
              <a:rect l="l" t="t" r="r" b="b"/>
              <a:pathLst>
                <a:path w="71519" h="64222" extrusionOk="0">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7" name="Google Shape;387;p13"/>
            <p:cNvGrpSpPr/>
            <p:nvPr/>
          </p:nvGrpSpPr>
          <p:grpSpPr>
            <a:xfrm>
              <a:off x="8193009" y="539516"/>
              <a:ext cx="618213" cy="306426"/>
              <a:chOff x="5989375" y="1843575"/>
              <a:chExt cx="136525" cy="67675"/>
            </a:xfrm>
          </p:grpSpPr>
          <p:sp>
            <p:nvSpPr>
              <p:cNvPr id="388" name="Google Shape;388;p13"/>
              <p:cNvSpPr/>
              <p:nvPr/>
            </p:nvSpPr>
            <p:spPr>
              <a:xfrm>
                <a:off x="6047225" y="1843575"/>
                <a:ext cx="20525" cy="20550"/>
              </a:xfrm>
              <a:custGeom>
                <a:avLst/>
                <a:gdLst/>
                <a:ahLst/>
                <a:cxnLst/>
                <a:rect l="l" t="t" r="r" b="b"/>
                <a:pathLst>
                  <a:path w="821" h="822" extrusionOk="0">
                    <a:moveTo>
                      <a:pt x="709" y="0"/>
                    </a:moveTo>
                    <a:lnTo>
                      <a:pt x="0" y="709"/>
                    </a:lnTo>
                    <a:lnTo>
                      <a:pt x="112" y="821"/>
                    </a:lnTo>
                    <a:lnTo>
                      <a:pt x="821" y="113"/>
                    </a:lnTo>
                    <a:lnTo>
                      <a:pt x="7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3"/>
              <p:cNvSpPr/>
              <p:nvPr/>
            </p:nvSpPr>
            <p:spPr>
              <a:xfrm>
                <a:off x="6047225" y="1843575"/>
                <a:ext cx="20525" cy="20550"/>
              </a:xfrm>
              <a:custGeom>
                <a:avLst/>
                <a:gdLst/>
                <a:ahLst/>
                <a:cxnLst/>
                <a:rect l="l" t="t" r="r" b="b"/>
                <a:pathLst>
                  <a:path w="821" h="822" extrusionOk="0">
                    <a:moveTo>
                      <a:pt x="112" y="0"/>
                    </a:moveTo>
                    <a:lnTo>
                      <a:pt x="0" y="113"/>
                    </a:lnTo>
                    <a:lnTo>
                      <a:pt x="709" y="821"/>
                    </a:lnTo>
                    <a:lnTo>
                      <a:pt x="821" y="709"/>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3"/>
              <p:cNvSpPr/>
              <p:nvPr/>
            </p:nvSpPr>
            <p:spPr>
              <a:xfrm>
                <a:off x="5989475" y="1843675"/>
                <a:ext cx="20650" cy="20550"/>
              </a:xfrm>
              <a:custGeom>
                <a:avLst/>
                <a:gdLst/>
                <a:ahLst/>
                <a:cxnLst/>
                <a:rect l="l" t="t" r="r" b="b"/>
                <a:pathLst>
                  <a:path w="826" h="822" extrusionOk="0">
                    <a:moveTo>
                      <a:pt x="713" y="0"/>
                    </a:moveTo>
                    <a:lnTo>
                      <a:pt x="1" y="709"/>
                    </a:lnTo>
                    <a:lnTo>
                      <a:pt x="113" y="821"/>
                    </a:lnTo>
                    <a:lnTo>
                      <a:pt x="825" y="113"/>
                    </a:lnTo>
                    <a:lnTo>
                      <a:pt x="7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3"/>
              <p:cNvSpPr/>
              <p:nvPr/>
            </p:nvSpPr>
            <p:spPr>
              <a:xfrm>
                <a:off x="5989375" y="1843575"/>
                <a:ext cx="20650" cy="20550"/>
              </a:xfrm>
              <a:custGeom>
                <a:avLst/>
                <a:gdLst/>
                <a:ahLst/>
                <a:cxnLst/>
                <a:rect l="l" t="t" r="r" b="b"/>
                <a:pathLst>
                  <a:path w="826" h="822" extrusionOk="0">
                    <a:moveTo>
                      <a:pt x="117" y="0"/>
                    </a:moveTo>
                    <a:lnTo>
                      <a:pt x="1" y="113"/>
                    </a:lnTo>
                    <a:lnTo>
                      <a:pt x="713" y="821"/>
                    </a:lnTo>
                    <a:lnTo>
                      <a:pt x="825" y="709"/>
                    </a:lnTo>
                    <a:lnTo>
                      <a:pt x="1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3"/>
              <p:cNvSpPr/>
              <p:nvPr/>
            </p:nvSpPr>
            <p:spPr>
              <a:xfrm>
                <a:off x="6105350" y="1890600"/>
                <a:ext cx="20550" cy="20650"/>
              </a:xfrm>
              <a:custGeom>
                <a:avLst/>
                <a:gdLst/>
                <a:ahLst/>
                <a:cxnLst/>
                <a:rect l="l" t="t" r="r" b="b"/>
                <a:pathLst>
                  <a:path w="822" h="826" extrusionOk="0">
                    <a:moveTo>
                      <a:pt x="709" y="1"/>
                    </a:moveTo>
                    <a:lnTo>
                      <a:pt x="1" y="713"/>
                    </a:lnTo>
                    <a:lnTo>
                      <a:pt x="113" y="825"/>
                    </a:lnTo>
                    <a:lnTo>
                      <a:pt x="821" y="113"/>
                    </a:lnTo>
                    <a:lnTo>
                      <a:pt x="70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3"/>
              <p:cNvSpPr/>
              <p:nvPr/>
            </p:nvSpPr>
            <p:spPr>
              <a:xfrm>
                <a:off x="6105350" y="1890600"/>
                <a:ext cx="20550" cy="20650"/>
              </a:xfrm>
              <a:custGeom>
                <a:avLst/>
                <a:gdLst/>
                <a:ahLst/>
                <a:cxnLst/>
                <a:rect l="l" t="t" r="r" b="b"/>
                <a:pathLst>
                  <a:path w="822" h="826" extrusionOk="0">
                    <a:moveTo>
                      <a:pt x="113" y="1"/>
                    </a:moveTo>
                    <a:lnTo>
                      <a:pt x="1" y="113"/>
                    </a:lnTo>
                    <a:lnTo>
                      <a:pt x="709" y="825"/>
                    </a:lnTo>
                    <a:lnTo>
                      <a:pt x="821" y="709"/>
                    </a:lnTo>
                    <a:lnTo>
                      <a:pt x="1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3"/>
              <p:cNvSpPr/>
              <p:nvPr/>
            </p:nvSpPr>
            <p:spPr>
              <a:xfrm>
                <a:off x="6047525" y="1890600"/>
                <a:ext cx="20625" cy="20650"/>
              </a:xfrm>
              <a:custGeom>
                <a:avLst/>
                <a:gdLst/>
                <a:ahLst/>
                <a:cxnLst/>
                <a:rect l="l" t="t" r="r" b="b"/>
                <a:pathLst>
                  <a:path w="825" h="826" extrusionOk="0">
                    <a:moveTo>
                      <a:pt x="713" y="1"/>
                    </a:moveTo>
                    <a:lnTo>
                      <a:pt x="0" y="709"/>
                    </a:lnTo>
                    <a:lnTo>
                      <a:pt x="116" y="825"/>
                    </a:lnTo>
                    <a:lnTo>
                      <a:pt x="825" y="113"/>
                    </a:lnTo>
                    <a:lnTo>
                      <a:pt x="7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3"/>
              <p:cNvSpPr/>
              <p:nvPr/>
            </p:nvSpPr>
            <p:spPr>
              <a:xfrm>
                <a:off x="6047525" y="1890600"/>
                <a:ext cx="20625" cy="20650"/>
              </a:xfrm>
              <a:custGeom>
                <a:avLst/>
                <a:gdLst/>
                <a:ahLst/>
                <a:cxnLst/>
                <a:rect l="l" t="t" r="r" b="b"/>
                <a:pathLst>
                  <a:path w="825" h="826" extrusionOk="0">
                    <a:moveTo>
                      <a:pt x="112" y="1"/>
                    </a:moveTo>
                    <a:lnTo>
                      <a:pt x="0" y="113"/>
                    </a:lnTo>
                    <a:lnTo>
                      <a:pt x="713" y="825"/>
                    </a:lnTo>
                    <a:lnTo>
                      <a:pt x="825" y="70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 name="Google Shape;396;p13"/>
            <p:cNvGrpSpPr/>
            <p:nvPr/>
          </p:nvGrpSpPr>
          <p:grpSpPr>
            <a:xfrm>
              <a:off x="8389396" y="1055350"/>
              <a:ext cx="1228886" cy="2188720"/>
              <a:chOff x="8389396" y="1055350"/>
              <a:chExt cx="1228886" cy="2188720"/>
            </a:xfrm>
          </p:grpSpPr>
          <p:sp>
            <p:nvSpPr>
              <p:cNvPr id="397" name="Google Shape;397;p13"/>
              <p:cNvSpPr/>
              <p:nvPr/>
            </p:nvSpPr>
            <p:spPr>
              <a:xfrm>
                <a:off x="8421616" y="1130946"/>
                <a:ext cx="1196665" cy="2113124"/>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3"/>
              <p:cNvSpPr/>
              <p:nvPr/>
            </p:nvSpPr>
            <p:spPr>
              <a:xfrm>
                <a:off x="8389396" y="1055350"/>
                <a:ext cx="95651" cy="95575"/>
              </a:xfrm>
              <a:custGeom>
                <a:avLst/>
                <a:gdLst/>
                <a:ahLst/>
                <a:cxnLst/>
                <a:rect l="l" t="t" r="r" b="b"/>
                <a:pathLst>
                  <a:path w="1374" h="1373" extrusionOk="0">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CUSTOM_18_1_1">
    <p:spTree>
      <p:nvGrpSpPr>
        <p:cNvPr id="1" name="Shape 399"/>
        <p:cNvGrpSpPr/>
        <p:nvPr/>
      </p:nvGrpSpPr>
      <p:grpSpPr>
        <a:xfrm>
          <a:off x="0" y="0"/>
          <a:ext cx="0" cy="0"/>
          <a:chOff x="0" y="0"/>
          <a:chExt cx="0" cy="0"/>
        </a:xfrm>
      </p:grpSpPr>
      <p:sp>
        <p:nvSpPr>
          <p:cNvPr id="400" name="Google Shape;400;p14"/>
          <p:cNvSpPr txBox="1">
            <a:spLocks noGrp="1"/>
          </p:cNvSpPr>
          <p:nvPr>
            <p:ph type="title"/>
          </p:nvPr>
        </p:nvSpPr>
        <p:spPr>
          <a:xfrm>
            <a:off x="4587168" y="3394725"/>
            <a:ext cx="3621000" cy="402300"/>
          </a:xfrm>
          <a:prstGeom prst="rect">
            <a:avLst/>
          </a:prstGeom>
        </p:spPr>
        <p:txBody>
          <a:bodyPr spcFirstLastPara="1" wrap="square" lIns="91425" tIns="91425" rIns="91425" bIns="91425" anchor="ctr" anchorCtr="0">
            <a:noAutofit/>
          </a:bodyPr>
          <a:lstStyle>
            <a:lvl1pPr lvl="0" algn="l" rtl="0">
              <a:spcBef>
                <a:spcPts val="0"/>
              </a:spcBef>
              <a:spcAft>
                <a:spcPts val="0"/>
              </a:spcAft>
              <a:buNone/>
              <a:defRPr sz="2200"/>
            </a:lvl1pPr>
            <a:lvl2pPr lvl="1" algn="l" rtl="0">
              <a:spcBef>
                <a:spcPts val="0"/>
              </a:spcBef>
              <a:spcAft>
                <a:spcPts val="0"/>
              </a:spcAft>
              <a:buNone/>
              <a:defRPr sz="2200"/>
            </a:lvl2pPr>
            <a:lvl3pPr lvl="2" algn="l" rtl="0">
              <a:spcBef>
                <a:spcPts val="0"/>
              </a:spcBef>
              <a:spcAft>
                <a:spcPts val="0"/>
              </a:spcAft>
              <a:buNone/>
              <a:defRPr sz="2200"/>
            </a:lvl3pPr>
            <a:lvl4pPr lvl="3" algn="l" rtl="0">
              <a:spcBef>
                <a:spcPts val="0"/>
              </a:spcBef>
              <a:spcAft>
                <a:spcPts val="0"/>
              </a:spcAft>
              <a:buNone/>
              <a:defRPr sz="2200"/>
            </a:lvl4pPr>
            <a:lvl5pPr lvl="4" algn="l" rtl="0">
              <a:spcBef>
                <a:spcPts val="0"/>
              </a:spcBef>
              <a:spcAft>
                <a:spcPts val="0"/>
              </a:spcAft>
              <a:buNone/>
              <a:defRPr sz="2200"/>
            </a:lvl5pPr>
            <a:lvl6pPr lvl="5" algn="l" rtl="0">
              <a:spcBef>
                <a:spcPts val="0"/>
              </a:spcBef>
              <a:spcAft>
                <a:spcPts val="0"/>
              </a:spcAft>
              <a:buNone/>
              <a:defRPr sz="2200"/>
            </a:lvl6pPr>
            <a:lvl7pPr lvl="6" algn="l" rtl="0">
              <a:spcBef>
                <a:spcPts val="0"/>
              </a:spcBef>
              <a:spcAft>
                <a:spcPts val="0"/>
              </a:spcAft>
              <a:buNone/>
              <a:defRPr sz="2200"/>
            </a:lvl7pPr>
            <a:lvl8pPr lvl="7" algn="l" rtl="0">
              <a:spcBef>
                <a:spcPts val="0"/>
              </a:spcBef>
              <a:spcAft>
                <a:spcPts val="0"/>
              </a:spcAft>
              <a:buNone/>
              <a:defRPr sz="2200"/>
            </a:lvl8pPr>
            <a:lvl9pPr lvl="8" algn="l" rtl="0">
              <a:spcBef>
                <a:spcPts val="0"/>
              </a:spcBef>
              <a:spcAft>
                <a:spcPts val="0"/>
              </a:spcAft>
              <a:buNone/>
              <a:defRPr sz="2200"/>
            </a:lvl9pPr>
          </a:lstStyle>
          <a:p>
            <a:endParaRPr/>
          </a:p>
        </p:txBody>
      </p:sp>
      <p:sp>
        <p:nvSpPr>
          <p:cNvPr id="401" name="Google Shape;401;p14"/>
          <p:cNvSpPr txBox="1">
            <a:spLocks noGrp="1"/>
          </p:cNvSpPr>
          <p:nvPr>
            <p:ph type="subTitle" idx="1"/>
          </p:nvPr>
        </p:nvSpPr>
        <p:spPr>
          <a:xfrm>
            <a:off x="4587168" y="1310750"/>
            <a:ext cx="3621000" cy="19365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2400"/>
            </a:lvl1pPr>
            <a:lvl2pPr lvl="1" rtl="0">
              <a:spcBef>
                <a:spcPts val="0"/>
              </a:spcBef>
              <a:spcAft>
                <a:spcPts val="0"/>
              </a:spcAft>
              <a:buNone/>
              <a:defRPr sz="2400"/>
            </a:lvl2pPr>
            <a:lvl3pPr lvl="2" rtl="0">
              <a:spcBef>
                <a:spcPts val="0"/>
              </a:spcBef>
              <a:spcAft>
                <a:spcPts val="0"/>
              </a:spcAft>
              <a:buNone/>
              <a:defRPr sz="2400"/>
            </a:lvl3pPr>
            <a:lvl4pPr lvl="3" rtl="0">
              <a:spcBef>
                <a:spcPts val="0"/>
              </a:spcBef>
              <a:spcAft>
                <a:spcPts val="0"/>
              </a:spcAft>
              <a:buNone/>
              <a:defRPr sz="2400"/>
            </a:lvl4pPr>
            <a:lvl5pPr lvl="4" rtl="0">
              <a:spcBef>
                <a:spcPts val="0"/>
              </a:spcBef>
              <a:spcAft>
                <a:spcPts val="0"/>
              </a:spcAft>
              <a:buNone/>
              <a:defRPr sz="2400"/>
            </a:lvl5pPr>
            <a:lvl6pPr lvl="5" rtl="0">
              <a:spcBef>
                <a:spcPts val="0"/>
              </a:spcBef>
              <a:spcAft>
                <a:spcPts val="0"/>
              </a:spcAft>
              <a:buNone/>
              <a:defRPr sz="2400"/>
            </a:lvl6pPr>
            <a:lvl7pPr lvl="6" rtl="0">
              <a:spcBef>
                <a:spcPts val="0"/>
              </a:spcBef>
              <a:spcAft>
                <a:spcPts val="0"/>
              </a:spcAft>
              <a:buNone/>
              <a:defRPr sz="2400"/>
            </a:lvl7pPr>
            <a:lvl8pPr lvl="7" rtl="0">
              <a:spcBef>
                <a:spcPts val="0"/>
              </a:spcBef>
              <a:spcAft>
                <a:spcPts val="0"/>
              </a:spcAft>
              <a:buNone/>
              <a:defRPr sz="2400"/>
            </a:lvl8pPr>
            <a:lvl9pPr lvl="8" rtl="0">
              <a:spcBef>
                <a:spcPts val="0"/>
              </a:spcBef>
              <a:spcAft>
                <a:spcPts val="0"/>
              </a:spcAft>
              <a:buNone/>
              <a:defRPr sz="2400"/>
            </a:lvl9pPr>
          </a:lstStyle>
          <a:p>
            <a:endParaRPr/>
          </a:p>
        </p:txBody>
      </p:sp>
      <p:sp>
        <p:nvSpPr>
          <p:cNvPr id="402" name="Google Shape;402;p14"/>
          <p:cNvSpPr/>
          <p:nvPr/>
        </p:nvSpPr>
        <p:spPr>
          <a:xfrm rot="10800000" flipH="1">
            <a:off x="-2805872" y="-3374010"/>
            <a:ext cx="6654696" cy="7636707"/>
          </a:xfrm>
          <a:custGeom>
            <a:avLst/>
            <a:gdLst/>
            <a:ahLst/>
            <a:cxnLst/>
            <a:rect l="l" t="t" r="r" b="b"/>
            <a:pathLst>
              <a:path w="71832" h="82432" extrusionOk="0">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3" name="Google Shape;403;p14"/>
          <p:cNvGrpSpPr/>
          <p:nvPr/>
        </p:nvGrpSpPr>
        <p:grpSpPr>
          <a:xfrm>
            <a:off x="6484849" y="3631196"/>
            <a:ext cx="3213277" cy="3529318"/>
            <a:chOff x="6484849" y="3631196"/>
            <a:chExt cx="3213277" cy="3529318"/>
          </a:xfrm>
        </p:grpSpPr>
        <p:sp>
          <p:nvSpPr>
            <p:cNvPr id="404" name="Google Shape;404;p14"/>
            <p:cNvSpPr/>
            <p:nvPr/>
          </p:nvSpPr>
          <p:spPr>
            <a:xfrm>
              <a:off x="7145128" y="3944492"/>
              <a:ext cx="2552998" cy="1507261"/>
            </a:xfrm>
            <a:custGeom>
              <a:avLst/>
              <a:gdLst/>
              <a:ahLst/>
              <a:cxnLst/>
              <a:rect l="l" t="t" r="r" b="b"/>
              <a:pathLst>
                <a:path w="17209" h="10160" extrusionOk="0">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5" name="Google Shape;405;p14"/>
            <p:cNvGrpSpPr/>
            <p:nvPr/>
          </p:nvGrpSpPr>
          <p:grpSpPr>
            <a:xfrm rot="10800000" flipH="1">
              <a:off x="6484849" y="3631196"/>
              <a:ext cx="2431677" cy="3529318"/>
              <a:chOff x="6769513" y="299393"/>
              <a:chExt cx="1308620" cy="1899525"/>
            </a:xfrm>
          </p:grpSpPr>
          <p:sp>
            <p:nvSpPr>
              <p:cNvPr id="406" name="Google Shape;406;p14"/>
              <p:cNvSpPr/>
              <p:nvPr/>
            </p:nvSpPr>
            <p:spPr>
              <a:xfrm>
                <a:off x="7817889" y="1007055"/>
                <a:ext cx="252070" cy="252070"/>
              </a:xfrm>
              <a:custGeom>
                <a:avLst/>
                <a:gdLst/>
                <a:ahLst/>
                <a:cxnLst/>
                <a:rect l="l" t="t" r="r" b="b"/>
                <a:pathLst>
                  <a:path w="4564" h="4564" extrusionOk="0">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4"/>
              <p:cNvSpPr/>
              <p:nvPr/>
            </p:nvSpPr>
            <p:spPr>
              <a:xfrm>
                <a:off x="7983027" y="2137006"/>
                <a:ext cx="72351" cy="61913"/>
              </a:xfrm>
              <a:custGeom>
                <a:avLst/>
                <a:gdLst/>
                <a:ahLst/>
                <a:cxnLst/>
                <a:rect l="l" t="t" r="r" b="b"/>
                <a:pathLst>
                  <a:path w="1310" h="1121" extrusionOk="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4"/>
              <p:cNvSpPr/>
              <p:nvPr/>
            </p:nvSpPr>
            <p:spPr>
              <a:xfrm>
                <a:off x="6769513" y="299393"/>
                <a:ext cx="61968" cy="61747"/>
              </a:xfrm>
              <a:custGeom>
                <a:avLst/>
                <a:gdLst/>
                <a:ahLst/>
                <a:cxnLst/>
                <a:rect l="l" t="t" r="r" b="b"/>
                <a:pathLst>
                  <a:path w="1122" h="1118" extrusionOk="0">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4"/>
              <p:cNvSpPr/>
              <p:nvPr/>
            </p:nvSpPr>
            <p:spPr>
              <a:xfrm>
                <a:off x="6811985" y="339214"/>
                <a:ext cx="1266148" cy="1811765"/>
              </a:xfrm>
              <a:custGeom>
                <a:avLst/>
                <a:gdLst/>
                <a:ahLst/>
                <a:cxnLst/>
                <a:rect l="l" t="t" r="r" b="b"/>
                <a:pathLst>
                  <a:path w="22925" h="32804" extrusionOk="0">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4"/>
              <p:cNvSpPr/>
              <p:nvPr/>
            </p:nvSpPr>
            <p:spPr>
              <a:xfrm>
                <a:off x="7397589" y="777575"/>
                <a:ext cx="512976" cy="781781"/>
              </a:xfrm>
              <a:custGeom>
                <a:avLst/>
                <a:gdLst/>
                <a:ahLst/>
                <a:cxnLst/>
                <a:rect l="l" t="t" r="r" b="b"/>
                <a:pathLst>
                  <a:path w="9288" h="14155" extrusionOk="0">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4"/>
              <p:cNvSpPr/>
              <p:nvPr/>
            </p:nvSpPr>
            <p:spPr>
              <a:xfrm>
                <a:off x="7777847" y="1417359"/>
                <a:ext cx="273112" cy="431181"/>
              </a:xfrm>
              <a:custGeom>
                <a:avLst/>
                <a:gdLst/>
                <a:ahLst/>
                <a:cxnLst/>
                <a:rect l="l" t="t" r="r" b="b"/>
                <a:pathLst>
                  <a:path w="4945" h="7807" extrusionOk="0">
                    <a:moveTo>
                      <a:pt x="4824" y="1"/>
                    </a:moveTo>
                    <a:lnTo>
                      <a:pt x="4824" y="2899"/>
                    </a:lnTo>
                    <a:lnTo>
                      <a:pt x="1" y="7722"/>
                    </a:lnTo>
                    <a:lnTo>
                      <a:pt x="85" y="7806"/>
                    </a:lnTo>
                    <a:lnTo>
                      <a:pt x="4944" y="2951"/>
                    </a:lnTo>
                    <a:lnTo>
                      <a:pt x="49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2" name="Google Shape;412;p14"/>
          <p:cNvGrpSpPr/>
          <p:nvPr/>
        </p:nvGrpSpPr>
        <p:grpSpPr>
          <a:xfrm>
            <a:off x="7545816" y="-192997"/>
            <a:ext cx="2586938" cy="1464987"/>
            <a:chOff x="7545816" y="-192997"/>
            <a:chExt cx="2586938" cy="1464987"/>
          </a:xfrm>
        </p:grpSpPr>
        <p:sp>
          <p:nvSpPr>
            <p:cNvPr id="413" name="Google Shape;413;p14"/>
            <p:cNvSpPr/>
            <p:nvPr/>
          </p:nvSpPr>
          <p:spPr>
            <a:xfrm rot="5400000" flipH="1">
              <a:off x="8106792" y="-753973"/>
              <a:ext cx="1464987" cy="2586938"/>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4" name="Google Shape;414;p14"/>
            <p:cNvGrpSpPr/>
            <p:nvPr/>
          </p:nvGrpSpPr>
          <p:grpSpPr>
            <a:xfrm>
              <a:off x="7545825" y="435764"/>
              <a:ext cx="827314" cy="410158"/>
              <a:chOff x="5989375" y="1843575"/>
              <a:chExt cx="136525" cy="67675"/>
            </a:xfrm>
          </p:grpSpPr>
          <p:sp>
            <p:nvSpPr>
              <p:cNvPr id="415" name="Google Shape;415;p14"/>
              <p:cNvSpPr/>
              <p:nvPr/>
            </p:nvSpPr>
            <p:spPr>
              <a:xfrm>
                <a:off x="6047225" y="1843575"/>
                <a:ext cx="20525" cy="20550"/>
              </a:xfrm>
              <a:custGeom>
                <a:avLst/>
                <a:gdLst/>
                <a:ahLst/>
                <a:cxnLst/>
                <a:rect l="l" t="t" r="r" b="b"/>
                <a:pathLst>
                  <a:path w="821" h="822" extrusionOk="0">
                    <a:moveTo>
                      <a:pt x="709" y="0"/>
                    </a:moveTo>
                    <a:lnTo>
                      <a:pt x="0" y="709"/>
                    </a:lnTo>
                    <a:lnTo>
                      <a:pt x="112" y="821"/>
                    </a:lnTo>
                    <a:lnTo>
                      <a:pt x="821" y="113"/>
                    </a:lnTo>
                    <a:lnTo>
                      <a:pt x="7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4"/>
              <p:cNvSpPr/>
              <p:nvPr/>
            </p:nvSpPr>
            <p:spPr>
              <a:xfrm>
                <a:off x="6047225" y="1843575"/>
                <a:ext cx="20525" cy="20550"/>
              </a:xfrm>
              <a:custGeom>
                <a:avLst/>
                <a:gdLst/>
                <a:ahLst/>
                <a:cxnLst/>
                <a:rect l="l" t="t" r="r" b="b"/>
                <a:pathLst>
                  <a:path w="821" h="822" extrusionOk="0">
                    <a:moveTo>
                      <a:pt x="112" y="0"/>
                    </a:moveTo>
                    <a:lnTo>
                      <a:pt x="0" y="113"/>
                    </a:lnTo>
                    <a:lnTo>
                      <a:pt x="709" y="821"/>
                    </a:lnTo>
                    <a:lnTo>
                      <a:pt x="821" y="709"/>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4"/>
              <p:cNvSpPr/>
              <p:nvPr/>
            </p:nvSpPr>
            <p:spPr>
              <a:xfrm>
                <a:off x="5989475" y="1843675"/>
                <a:ext cx="20650" cy="20550"/>
              </a:xfrm>
              <a:custGeom>
                <a:avLst/>
                <a:gdLst/>
                <a:ahLst/>
                <a:cxnLst/>
                <a:rect l="l" t="t" r="r" b="b"/>
                <a:pathLst>
                  <a:path w="826" h="822" extrusionOk="0">
                    <a:moveTo>
                      <a:pt x="713" y="0"/>
                    </a:moveTo>
                    <a:lnTo>
                      <a:pt x="1" y="709"/>
                    </a:lnTo>
                    <a:lnTo>
                      <a:pt x="113" y="821"/>
                    </a:lnTo>
                    <a:lnTo>
                      <a:pt x="825" y="113"/>
                    </a:lnTo>
                    <a:lnTo>
                      <a:pt x="7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4"/>
              <p:cNvSpPr/>
              <p:nvPr/>
            </p:nvSpPr>
            <p:spPr>
              <a:xfrm>
                <a:off x="5989375" y="1843575"/>
                <a:ext cx="20650" cy="20550"/>
              </a:xfrm>
              <a:custGeom>
                <a:avLst/>
                <a:gdLst/>
                <a:ahLst/>
                <a:cxnLst/>
                <a:rect l="l" t="t" r="r" b="b"/>
                <a:pathLst>
                  <a:path w="826" h="822" extrusionOk="0">
                    <a:moveTo>
                      <a:pt x="117" y="0"/>
                    </a:moveTo>
                    <a:lnTo>
                      <a:pt x="1" y="113"/>
                    </a:lnTo>
                    <a:lnTo>
                      <a:pt x="713" y="821"/>
                    </a:lnTo>
                    <a:lnTo>
                      <a:pt x="825" y="709"/>
                    </a:lnTo>
                    <a:lnTo>
                      <a:pt x="1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4"/>
              <p:cNvSpPr/>
              <p:nvPr/>
            </p:nvSpPr>
            <p:spPr>
              <a:xfrm>
                <a:off x="6105350" y="1890600"/>
                <a:ext cx="20550" cy="20650"/>
              </a:xfrm>
              <a:custGeom>
                <a:avLst/>
                <a:gdLst/>
                <a:ahLst/>
                <a:cxnLst/>
                <a:rect l="l" t="t" r="r" b="b"/>
                <a:pathLst>
                  <a:path w="822" h="826" extrusionOk="0">
                    <a:moveTo>
                      <a:pt x="709" y="1"/>
                    </a:moveTo>
                    <a:lnTo>
                      <a:pt x="1" y="713"/>
                    </a:lnTo>
                    <a:lnTo>
                      <a:pt x="113" y="825"/>
                    </a:lnTo>
                    <a:lnTo>
                      <a:pt x="821" y="113"/>
                    </a:lnTo>
                    <a:lnTo>
                      <a:pt x="70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4"/>
              <p:cNvSpPr/>
              <p:nvPr/>
            </p:nvSpPr>
            <p:spPr>
              <a:xfrm>
                <a:off x="6105350" y="1890600"/>
                <a:ext cx="20550" cy="20650"/>
              </a:xfrm>
              <a:custGeom>
                <a:avLst/>
                <a:gdLst/>
                <a:ahLst/>
                <a:cxnLst/>
                <a:rect l="l" t="t" r="r" b="b"/>
                <a:pathLst>
                  <a:path w="822" h="826" extrusionOk="0">
                    <a:moveTo>
                      <a:pt x="113" y="1"/>
                    </a:moveTo>
                    <a:lnTo>
                      <a:pt x="1" y="113"/>
                    </a:lnTo>
                    <a:lnTo>
                      <a:pt x="709" y="825"/>
                    </a:lnTo>
                    <a:lnTo>
                      <a:pt x="821" y="709"/>
                    </a:lnTo>
                    <a:lnTo>
                      <a:pt x="1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4"/>
              <p:cNvSpPr/>
              <p:nvPr/>
            </p:nvSpPr>
            <p:spPr>
              <a:xfrm>
                <a:off x="6047525" y="1890600"/>
                <a:ext cx="20625" cy="20650"/>
              </a:xfrm>
              <a:custGeom>
                <a:avLst/>
                <a:gdLst/>
                <a:ahLst/>
                <a:cxnLst/>
                <a:rect l="l" t="t" r="r" b="b"/>
                <a:pathLst>
                  <a:path w="825" h="826" extrusionOk="0">
                    <a:moveTo>
                      <a:pt x="713" y="1"/>
                    </a:moveTo>
                    <a:lnTo>
                      <a:pt x="0" y="709"/>
                    </a:lnTo>
                    <a:lnTo>
                      <a:pt x="116" y="825"/>
                    </a:lnTo>
                    <a:lnTo>
                      <a:pt x="825" y="113"/>
                    </a:lnTo>
                    <a:lnTo>
                      <a:pt x="7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4"/>
              <p:cNvSpPr/>
              <p:nvPr/>
            </p:nvSpPr>
            <p:spPr>
              <a:xfrm>
                <a:off x="6047525" y="1890600"/>
                <a:ext cx="20625" cy="20650"/>
              </a:xfrm>
              <a:custGeom>
                <a:avLst/>
                <a:gdLst/>
                <a:ahLst/>
                <a:cxnLst/>
                <a:rect l="l" t="t" r="r" b="b"/>
                <a:pathLst>
                  <a:path w="825" h="826" extrusionOk="0">
                    <a:moveTo>
                      <a:pt x="112" y="1"/>
                    </a:moveTo>
                    <a:lnTo>
                      <a:pt x="0" y="113"/>
                    </a:lnTo>
                    <a:lnTo>
                      <a:pt x="713" y="825"/>
                    </a:lnTo>
                    <a:lnTo>
                      <a:pt x="825" y="70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_17_1_1">
    <p:spTree>
      <p:nvGrpSpPr>
        <p:cNvPr id="1" name="Shape 588"/>
        <p:cNvGrpSpPr/>
        <p:nvPr/>
      </p:nvGrpSpPr>
      <p:grpSpPr>
        <a:xfrm>
          <a:off x="0" y="0"/>
          <a:ext cx="0" cy="0"/>
          <a:chOff x="0" y="0"/>
          <a:chExt cx="0" cy="0"/>
        </a:xfrm>
      </p:grpSpPr>
      <p:grpSp>
        <p:nvGrpSpPr>
          <p:cNvPr id="589" name="Google Shape;589;p19"/>
          <p:cNvGrpSpPr/>
          <p:nvPr/>
        </p:nvGrpSpPr>
        <p:grpSpPr>
          <a:xfrm>
            <a:off x="5604680" y="538591"/>
            <a:ext cx="6322114" cy="7255046"/>
            <a:chOff x="5604680" y="557027"/>
            <a:chExt cx="6322114" cy="7255046"/>
          </a:xfrm>
        </p:grpSpPr>
        <p:sp>
          <p:nvSpPr>
            <p:cNvPr id="590" name="Google Shape;590;p19"/>
            <p:cNvSpPr/>
            <p:nvPr/>
          </p:nvSpPr>
          <p:spPr>
            <a:xfrm flipH="1">
              <a:off x="5604680" y="557027"/>
              <a:ext cx="6322114" cy="7255046"/>
            </a:xfrm>
            <a:custGeom>
              <a:avLst/>
              <a:gdLst/>
              <a:ahLst/>
              <a:cxnLst/>
              <a:rect l="l" t="t" r="r" b="b"/>
              <a:pathLst>
                <a:path w="71832" h="82432" extrusionOk="0">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1" name="Google Shape;591;p19"/>
            <p:cNvGrpSpPr/>
            <p:nvPr/>
          </p:nvGrpSpPr>
          <p:grpSpPr>
            <a:xfrm flipH="1">
              <a:off x="8026530" y="1401565"/>
              <a:ext cx="2381713" cy="3328977"/>
              <a:chOff x="7655072" y="-407632"/>
              <a:chExt cx="2008529" cy="2807368"/>
            </a:xfrm>
          </p:grpSpPr>
          <p:sp>
            <p:nvSpPr>
              <p:cNvPr id="592" name="Google Shape;592;p19"/>
              <p:cNvSpPr/>
              <p:nvPr/>
            </p:nvSpPr>
            <p:spPr>
              <a:xfrm>
                <a:off x="7685059" y="-336851"/>
                <a:ext cx="1930325" cy="2689498"/>
              </a:xfrm>
              <a:custGeom>
                <a:avLst/>
                <a:gdLst/>
                <a:ahLst/>
                <a:cxnLst/>
                <a:rect l="l" t="t" r="r" b="b"/>
                <a:pathLst>
                  <a:path w="32508" h="45293" extrusionOk="0">
                    <a:moveTo>
                      <a:pt x="0" y="1"/>
                    </a:moveTo>
                    <a:lnTo>
                      <a:pt x="0" y="8351"/>
                    </a:lnTo>
                    <a:lnTo>
                      <a:pt x="15447" y="8351"/>
                    </a:lnTo>
                    <a:lnTo>
                      <a:pt x="24998" y="17901"/>
                    </a:lnTo>
                    <a:lnTo>
                      <a:pt x="24998" y="38040"/>
                    </a:lnTo>
                    <a:lnTo>
                      <a:pt x="32251" y="45293"/>
                    </a:lnTo>
                    <a:lnTo>
                      <a:pt x="32507" y="45037"/>
                    </a:lnTo>
                    <a:lnTo>
                      <a:pt x="25358" y="37888"/>
                    </a:lnTo>
                    <a:lnTo>
                      <a:pt x="25358" y="17749"/>
                    </a:lnTo>
                    <a:lnTo>
                      <a:pt x="15651" y="8043"/>
                    </a:lnTo>
                    <a:lnTo>
                      <a:pt x="15595" y="7986"/>
                    </a:lnTo>
                    <a:lnTo>
                      <a:pt x="365" y="7986"/>
                    </a:lnTo>
                    <a:lnTo>
                      <a:pt x="3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9"/>
              <p:cNvSpPr/>
              <p:nvPr/>
            </p:nvSpPr>
            <p:spPr>
              <a:xfrm>
                <a:off x="8734422" y="271200"/>
                <a:ext cx="332350" cy="332528"/>
              </a:xfrm>
              <a:custGeom>
                <a:avLst/>
                <a:gdLst/>
                <a:ahLst/>
                <a:cxnLst/>
                <a:rect l="l" t="t" r="r" b="b"/>
                <a:pathLst>
                  <a:path w="5597" h="5600" extrusionOk="0">
                    <a:moveTo>
                      <a:pt x="1" y="0"/>
                    </a:moveTo>
                    <a:lnTo>
                      <a:pt x="1" y="1597"/>
                    </a:lnTo>
                    <a:lnTo>
                      <a:pt x="2002" y="3599"/>
                    </a:lnTo>
                    <a:lnTo>
                      <a:pt x="4004" y="5600"/>
                    </a:lnTo>
                    <a:lnTo>
                      <a:pt x="5597" y="5600"/>
                    </a:lnTo>
                    <a:lnTo>
                      <a:pt x="2799" y="2802"/>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9"/>
              <p:cNvSpPr/>
              <p:nvPr/>
            </p:nvSpPr>
            <p:spPr>
              <a:xfrm>
                <a:off x="7655072" y="-407632"/>
                <a:ext cx="81588" cy="81529"/>
              </a:xfrm>
              <a:custGeom>
                <a:avLst/>
                <a:gdLst/>
                <a:ahLst/>
                <a:cxnLst/>
                <a:rect l="l" t="t" r="r" b="b"/>
                <a:pathLst>
                  <a:path w="1374" h="1373" extrusionOk="0">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9"/>
              <p:cNvSpPr/>
              <p:nvPr/>
            </p:nvSpPr>
            <p:spPr>
              <a:xfrm>
                <a:off x="9568236" y="2317969"/>
                <a:ext cx="95364" cy="81766"/>
              </a:xfrm>
              <a:custGeom>
                <a:avLst/>
                <a:gdLst/>
                <a:ahLst/>
                <a:cxnLst/>
                <a:rect l="l" t="t" r="r" b="b"/>
                <a:pathLst>
                  <a:path w="1606" h="1377" extrusionOk="0">
                    <a:moveTo>
                      <a:pt x="917" y="364"/>
                    </a:moveTo>
                    <a:cubicBezTo>
                      <a:pt x="1097" y="364"/>
                      <a:pt x="1242" y="512"/>
                      <a:pt x="1242" y="688"/>
                    </a:cubicBezTo>
                    <a:cubicBezTo>
                      <a:pt x="1242" y="883"/>
                      <a:pt x="1082" y="1012"/>
                      <a:pt x="916" y="1012"/>
                    </a:cubicBezTo>
                    <a:cubicBezTo>
                      <a:pt x="837" y="1012"/>
                      <a:pt x="755" y="982"/>
                      <a:pt x="689" y="916"/>
                    </a:cubicBezTo>
                    <a:cubicBezTo>
                      <a:pt x="485" y="712"/>
                      <a:pt x="629" y="364"/>
                      <a:pt x="917" y="364"/>
                    </a:cubicBezTo>
                    <a:close/>
                    <a:moveTo>
                      <a:pt x="915" y="1"/>
                    </a:moveTo>
                    <a:cubicBezTo>
                      <a:pt x="746" y="1"/>
                      <a:pt x="573" y="63"/>
                      <a:pt x="433" y="203"/>
                    </a:cubicBezTo>
                    <a:cubicBezTo>
                      <a:pt x="1" y="636"/>
                      <a:pt x="309" y="1376"/>
                      <a:pt x="917" y="1376"/>
                    </a:cubicBezTo>
                    <a:cubicBezTo>
                      <a:pt x="1298" y="1372"/>
                      <a:pt x="1606" y="1068"/>
                      <a:pt x="1606" y="688"/>
                    </a:cubicBezTo>
                    <a:cubicBezTo>
                      <a:pt x="1606" y="274"/>
                      <a:pt x="1267" y="1"/>
                      <a:pt x="9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9"/>
              <p:cNvSpPr/>
              <p:nvPr/>
            </p:nvSpPr>
            <p:spPr>
              <a:xfrm>
                <a:off x="7692897" y="-144282"/>
                <a:ext cx="497783" cy="292387"/>
              </a:xfrm>
              <a:custGeom>
                <a:avLst/>
                <a:gdLst/>
                <a:ahLst/>
                <a:cxnLst/>
                <a:rect l="l" t="t" r="r" b="b"/>
                <a:pathLst>
                  <a:path w="8383" h="4924" extrusionOk="0">
                    <a:moveTo>
                      <a:pt x="100" y="0"/>
                    </a:moveTo>
                    <a:lnTo>
                      <a:pt x="0" y="104"/>
                    </a:lnTo>
                    <a:lnTo>
                      <a:pt x="2498" y="2598"/>
                    </a:lnTo>
                    <a:lnTo>
                      <a:pt x="5957" y="2598"/>
                    </a:lnTo>
                    <a:lnTo>
                      <a:pt x="8282" y="4924"/>
                    </a:lnTo>
                    <a:lnTo>
                      <a:pt x="8382" y="4820"/>
                    </a:lnTo>
                    <a:lnTo>
                      <a:pt x="6017" y="2454"/>
                    </a:lnTo>
                    <a:lnTo>
                      <a:pt x="2558" y="2454"/>
                    </a:lnTo>
                    <a:lnTo>
                      <a:pt x="1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 name="Google Shape;597;p19"/>
            <p:cNvGrpSpPr/>
            <p:nvPr/>
          </p:nvGrpSpPr>
          <p:grpSpPr>
            <a:xfrm flipH="1">
              <a:off x="8235374" y="641977"/>
              <a:ext cx="1029648" cy="1806572"/>
              <a:chOff x="455034" y="-121633"/>
              <a:chExt cx="629947" cy="1105275"/>
            </a:xfrm>
          </p:grpSpPr>
          <p:sp>
            <p:nvSpPr>
              <p:cNvPr id="598" name="Google Shape;598;p19"/>
              <p:cNvSpPr/>
              <p:nvPr/>
            </p:nvSpPr>
            <p:spPr>
              <a:xfrm>
                <a:off x="1007193" y="917077"/>
                <a:ext cx="77788" cy="66565"/>
              </a:xfrm>
              <a:custGeom>
                <a:avLst/>
                <a:gdLst/>
                <a:ahLst/>
                <a:cxnLst/>
                <a:rect l="l" t="t" r="r" b="b"/>
                <a:pathLst>
                  <a:path w="1310" h="1121" extrusionOk="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9"/>
              <p:cNvSpPr/>
              <p:nvPr/>
            </p:nvSpPr>
            <p:spPr>
              <a:xfrm>
                <a:off x="455034" y="-121633"/>
                <a:ext cx="592137" cy="1045622"/>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 name="Google Shape;600;p19"/>
            <p:cNvGrpSpPr/>
            <p:nvPr/>
          </p:nvGrpSpPr>
          <p:grpSpPr>
            <a:xfrm flipH="1">
              <a:off x="6862715" y="4692498"/>
              <a:ext cx="471865" cy="38050"/>
              <a:chOff x="6298452" y="2390050"/>
              <a:chExt cx="140725" cy="11350"/>
            </a:xfrm>
          </p:grpSpPr>
          <p:sp>
            <p:nvSpPr>
              <p:cNvPr id="601" name="Google Shape;601;p19"/>
              <p:cNvSpPr/>
              <p:nvPr/>
            </p:nvSpPr>
            <p:spPr>
              <a:xfrm>
                <a:off x="6298452" y="2390050"/>
                <a:ext cx="70375" cy="11350"/>
              </a:xfrm>
              <a:custGeom>
                <a:avLst/>
                <a:gdLst/>
                <a:ahLst/>
                <a:cxnLst/>
                <a:rect l="l" t="t" r="r" b="b"/>
                <a:pathLst>
                  <a:path w="2815" h="454" extrusionOk="0">
                    <a:moveTo>
                      <a:pt x="1" y="1"/>
                    </a:moveTo>
                    <a:lnTo>
                      <a:pt x="1" y="453"/>
                    </a:lnTo>
                    <a:lnTo>
                      <a:pt x="2815" y="453"/>
                    </a:lnTo>
                    <a:lnTo>
                      <a:pt x="28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9"/>
              <p:cNvSpPr/>
              <p:nvPr/>
            </p:nvSpPr>
            <p:spPr>
              <a:xfrm>
                <a:off x="6382427" y="2390050"/>
                <a:ext cx="35150" cy="11350"/>
              </a:xfrm>
              <a:custGeom>
                <a:avLst/>
                <a:gdLst/>
                <a:ahLst/>
                <a:cxnLst/>
                <a:rect l="l" t="t" r="r" b="b"/>
                <a:pathLst>
                  <a:path w="1406" h="454" extrusionOk="0">
                    <a:moveTo>
                      <a:pt x="0" y="1"/>
                    </a:moveTo>
                    <a:lnTo>
                      <a:pt x="0" y="453"/>
                    </a:lnTo>
                    <a:lnTo>
                      <a:pt x="1405" y="453"/>
                    </a:lnTo>
                    <a:lnTo>
                      <a:pt x="14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9"/>
              <p:cNvSpPr/>
              <p:nvPr/>
            </p:nvSpPr>
            <p:spPr>
              <a:xfrm>
                <a:off x="6427952" y="2390050"/>
                <a:ext cx="11225" cy="11350"/>
              </a:xfrm>
              <a:custGeom>
                <a:avLst/>
                <a:gdLst/>
                <a:ahLst/>
                <a:cxnLst/>
                <a:rect l="l" t="t" r="r" b="b"/>
                <a:pathLst>
                  <a:path w="449" h="454" extrusionOk="0">
                    <a:moveTo>
                      <a:pt x="1" y="1"/>
                    </a:moveTo>
                    <a:lnTo>
                      <a:pt x="1" y="453"/>
                    </a:lnTo>
                    <a:lnTo>
                      <a:pt x="449" y="453"/>
                    </a:lnTo>
                    <a:lnTo>
                      <a:pt x="4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4" name="Google Shape;604;p19"/>
          <p:cNvGrpSpPr/>
          <p:nvPr/>
        </p:nvGrpSpPr>
        <p:grpSpPr>
          <a:xfrm>
            <a:off x="-2438675" y="1770046"/>
            <a:ext cx="6322101" cy="5677064"/>
            <a:chOff x="-2438675" y="1770046"/>
            <a:chExt cx="6322101" cy="5677064"/>
          </a:xfrm>
        </p:grpSpPr>
        <p:sp>
          <p:nvSpPr>
            <p:cNvPr id="605" name="Google Shape;605;p19"/>
            <p:cNvSpPr/>
            <p:nvPr/>
          </p:nvSpPr>
          <p:spPr>
            <a:xfrm>
              <a:off x="-2438675" y="1770046"/>
              <a:ext cx="6322101" cy="5677064"/>
            </a:xfrm>
            <a:custGeom>
              <a:avLst/>
              <a:gdLst/>
              <a:ahLst/>
              <a:cxnLst/>
              <a:rect l="l" t="t" r="r" b="b"/>
              <a:pathLst>
                <a:path w="71519" h="64222" extrusionOk="0">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6" name="Google Shape;606;p19"/>
            <p:cNvGrpSpPr/>
            <p:nvPr/>
          </p:nvGrpSpPr>
          <p:grpSpPr>
            <a:xfrm rot="-5400000" flipH="1">
              <a:off x="358472" y="2658178"/>
              <a:ext cx="618213" cy="306426"/>
              <a:chOff x="5989375" y="1843575"/>
              <a:chExt cx="136525" cy="67675"/>
            </a:xfrm>
          </p:grpSpPr>
          <p:sp>
            <p:nvSpPr>
              <p:cNvPr id="607" name="Google Shape;607;p19"/>
              <p:cNvSpPr/>
              <p:nvPr/>
            </p:nvSpPr>
            <p:spPr>
              <a:xfrm>
                <a:off x="6047225" y="1843575"/>
                <a:ext cx="20525" cy="20550"/>
              </a:xfrm>
              <a:custGeom>
                <a:avLst/>
                <a:gdLst/>
                <a:ahLst/>
                <a:cxnLst/>
                <a:rect l="l" t="t" r="r" b="b"/>
                <a:pathLst>
                  <a:path w="821" h="822" extrusionOk="0">
                    <a:moveTo>
                      <a:pt x="709" y="0"/>
                    </a:moveTo>
                    <a:lnTo>
                      <a:pt x="0" y="709"/>
                    </a:lnTo>
                    <a:lnTo>
                      <a:pt x="112" y="821"/>
                    </a:lnTo>
                    <a:lnTo>
                      <a:pt x="821" y="113"/>
                    </a:lnTo>
                    <a:lnTo>
                      <a:pt x="7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9"/>
              <p:cNvSpPr/>
              <p:nvPr/>
            </p:nvSpPr>
            <p:spPr>
              <a:xfrm>
                <a:off x="6047225" y="1843575"/>
                <a:ext cx="20525" cy="20550"/>
              </a:xfrm>
              <a:custGeom>
                <a:avLst/>
                <a:gdLst/>
                <a:ahLst/>
                <a:cxnLst/>
                <a:rect l="l" t="t" r="r" b="b"/>
                <a:pathLst>
                  <a:path w="821" h="822" extrusionOk="0">
                    <a:moveTo>
                      <a:pt x="112" y="0"/>
                    </a:moveTo>
                    <a:lnTo>
                      <a:pt x="0" y="113"/>
                    </a:lnTo>
                    <a:lnTo>
                      <a:pt x="709" y="821"/>
                    </a:lnTo>
                    <a:lnTo>
                      <a:pt x="821" y="709"/>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9"/>
              <p:cNvSpPr/>
              <p:nvPr/>
            </p:nvSpPr>
            <p:spPr>
              <a:xfrm>
                <a:off x="5989475" y="1843675"/>
                <a:ext cx="20650" cy="20550"/>
              </a:xfrm>
              <a:custGeom>
                <a:avLst/>
                <a:gdLst/>
                <a:ahLst/>
                <a:cxnLst/>
                <a:rect l="l" t="t" r="r" b="b"/>
                <a:pathLst>
                  <a:path w="826" h="822" extrusionOk="0">
                    <a:moveTo>
                      <a:pt x="713" y="0"/>
                    </a:moveTo>
                    <a:lnTo>
                      <a:pt x="1" y="709"/>
                    </a:lnTo>
                    <a:lnTo>
                      <a:pt x="113" y="821"/>
                    </a:lnTo>
                    <a:lnTo>
                      <a:pt x="825" y="113"/>
                    </a:lnTo>
                    <a:lnTo>
                      <a:pt x="7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9"/>
              <p:cNvSpPr/>
              <p:nvPr/>
            </p:nvSpPr>
            <p:spPr>
              <a:xfrm>
                <a:off x="5989375" y="1843575"/>
                <a:ext cx="20650" cy="20550"/>
              </a:xfrm>
              <a:custGeom>
                <a:avLst/>
                <a:gdLst/>
                <a:ahLst/>
                <a:cxnLst/>
                <a:rect l="l" t="t" r="r" b="b"/>
                <a:pathLst>
                  <a:path w="826" h="822" extrusionOk="0">
                    <a:moveTo>
                      <a:pt x="117" y="0"/>
                    </a:moveTo>
                    <a:lnTo>
                      <a:pt x="1" y="113"/>
                    </a:lnTo>
                    <a:lnTo>
                      <a:pt x="713" y="821"/>
                    </a:lnTo>
                    <a:lnTo>
                      <a:pt x="825" y="709"/>
                    </a:lnTo>
                    <a:lnTo>
                      <a:pt x="1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9"/>
              <p:cNvSpPr/>
              <p:nvPr/>
            </p:nvSpPr>
            <p:spPr>
              <a:xfrm>
                <a:off x="6105350" y="1890600"/>
                <a:ext cx="20550" cy="20650"/>
              </a:xfrm>
              <a:custGeom>
                <a:avLst/>
                <a:gdLst/>
                <a:ahLst/>
                <a:cxnLst/>
                <a:rect l="l" t="t" r="r" b="b"/>
                <a:pathLst>
                  <a:path w="822" h="826" extrusionOk="0">
                    <a:moveTo>
                      <a:pt x="709" y="1"/>
                    </a:moveTo>
                    <a:lnTo>
                      <a:pt x="1" y="713"/>
                    </a:lnTo>
                    <a:lnTo>
                      <a:pt x="113" y="825"/>
                    </a:lnTo>
                    <a:lnTo>
                      <a:pt x="821" y="113"/>
                    </a:lnTo>
                    <a:lnTo>
                      <a:pt x="70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9"/>
              <p:cNvSpPr/>
              <p:nvPr/>
            </p:nvSpPr>
            <p:spPr>
              <a:xfrm>
                <a:off x="6105350" y="1890600"/>
                <a:ext cx="20550" cy="20650"/>
              </a:xfrm>
              <a:custGeom>
                <a:avLst/>
                <a:gdLst/>
                <a:ahLst/>
                <a:cxnLst/>
                <a:rect l="l" t="t" r="r" b="b"/>
                <a:pathLst>
                  <a:path w="822" h="826" extrusionOk="0">
                    <a:moveTo>
                      <a:pt x="113" y="1"/>
                    </a:moveTo>
                    <a:lnTo>
                      <a:pt x="1" y="113"/>
                    </a:lnTo>
                    <a:lnTo>
                      <a:pt x="709" y="825"/>
                    </a:lnTo>
                    <a:lnTo>
                      <a:pt x="821" y="709"/>
                    </a:lnTo>
                    <a:lnTo>
                      <a:pt x="1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9"/>
              <p:cNvSpPr/>
              <p:nvPr/>
            </p:nvSpPr>
            <p:spPr>
              <a:xfrm>
                <a:off x="6047525" y="1890600"/>
                <a:ext cx="20625" cy="20650"/>
              </a:xfrm>
              <a:custGeom>
                <a:avLst/>
                <a:gdLst/>
                <a:ahLst/>
                <a:cxnLst/>
                <a:rect l="l" t="t" r="r" b="b"/>
                <a:pathLst>
                  <a:path w="825" h="826" extrusionOk="0">
                    <a:moveTo>
                      <a:pt x="713" y="1"/>
                    </a:moveTo>
                    <a:lnTo>
                      <a:pt x="0" y="709"/>
                    </a:lnTo>
                    <a:lnTo>
                      <a:pt x="116" y="825"/>
                    </a:lnTo>
                    <a:lnTo>
                      <a:pt x="825" y="113"/>
                    </a:lnTo>
                    <a:lnTo>
                      <a:pt x="7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9"/>
              <p:cNvSpPr/>
              <p:nvPr/>
            </p:nvSpPr>
            <p:spPr>
              <a:xfrm>
                <a:off x="6047525" y="1890600"/>
                <a:ext cx="20625" cy="20650"/>
              </a:xfrm>
              <a:custGeom>
                <a:avLst/>
                <a:gdLst/>
                <a:ahLst/>
                <a:cxnLst/>
                <a:rect l="l" t="t" r="r" b="b"/>
                <a:pathLst>
                  <a:path w="825" h="826" extrusionOk="0">
                    <a:moveTo>
                      <a:pt x="112" y="1"/>
                    </a:moveTo>
                    <a:lnTo>
                      <a:pt x="0" y="113"/>
                    </a:lnTo>
                    <a:lnTo>
                      <a:pt x="713" y="825"/>
                    </a:lnTo>
                    <a:lnTo>
                      <a:pt x="825" y="70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5" name="Google Shape;615;p19"/>
            <p:cNvGrpSpPr/>
            <p:nvPr/>
          </p:nvGrpSpPr>
          <p:grpSpPr>
            <a:xfrm flipH="1">
              <a:off x="-408088" y="3405850"/>
              <a:ext cx="1228886" cy="2188720"/>
              <a:chOff x="8389396" y="1055350"/>
              <a:chExt cx="1228886" cy="2188720"/>
            </a:xfrm>
          </p:grpSpPr>
          <p:sp>
            <p:nvSpPr>
              <p:cNvPr id="616" name="Google Shape;616;p19"/>
              <p:cNvSpPr/>
              <p:nvPr/>
            </p:nvSpPr>
            <p:spPr>
              <a:xfrm>
                <a:off x="8421616" y="1130946"/>
                <a:ext cx="1196665" cy="2113124"/>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9"/>
              <p:cNvSpPr/>
              <p:nvPr/>
            </p:nvSpPr>
            <p:spPr>
              <a:xfrm>
                <a:off x="8389396" y="1055350"/>
                <a:ext cx="95651" cy="95575"/>
              </a:xfrm>
              <a:custGeom>
                <a:avLst/>
                <a:gdLst/>
                <a:ahLst/>
                <a:cxnLst/>
                <a:rect l="l" t="t" r="r" b="b"/>
                <a:pathLst>
                  <a:path w="1374" h="1373" extrusionOk="0">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18" name="Google Shape;618;p19"/>
          <p:cNvSpPr txBox="1">
            <a:spLocks noGrp="1"/>
          </p:cNvSpPr>
          <p:nvPr>
            <p:ph type="body" idx="1"/>
          </p:nvPr>
        </p:nvSpPr>
        <p:spPr>
          <a:xfrm>
            <a:off x="1370700" y="1401575"/>
            <a:ext cx="6402600" cy="2682600"/>
          </a:xfrm>
          <a:prstGeom prst="rect">
            <a:avLst/>
          </a:prstGeom>
        </p:spPr>
        <p:txBody>
          <a:bodyPr spcFirstLastPara="1" wrap="square" lIns="91425" tIns="91425" rIns="91425" bIns="91425" anchor="ctr" anchorCtr="0">
            <a:noAutofit/>
          </a:bodyPr>
          <a:lstStyle>
            <a:lvl1pPr marL="457200" lvl="0" indent="-330200" rtl="0">
              <a:spcBef>
                <a:spcPts val="0"/>
              </a:spcBef>
              <a:spcAft>
                <a:spcPts val="0"/>
              </a:spcAft>
              <a:buSzPts val="1600"/>
              <a:buChar char="●"/>
              <a:defRPr/>
            </a:lvl1pPr>
            <a:lvl2pPr marL="914400" lvl="1" indent="-317500" rtl="0">
              <a:spcBef>
                <a:spcPts val="1000"/>
              </a:spcBef>
              <a:spcAft>
                <a:spcPts val="0"/>
              </a:spcAft>
              <a:buSzPts val="1400"/>
              <a:buChar char="○"/>
              <a:defRPr sz="1600"/>
            </a:lvl2pPr>
            <a:lvl3pPr marL="1371600" lvl="2" indent="-317500" rtl="0">
              <a:spcBef>
                <a:spcPts val="0"/>
              </a:spcBef>
              <a:spcAft>
                <a:spcPts val="0"/>
              </a:spcAft>
              <a:buSzPts val="1400"/>
              <a:buChar char="■"/>
              <a:defRPr sz="1600"/>
            </a:lvl3pPr>
            <a:lvl4pPr marL="1828800" lvl="3" indent="-317500" rtl="0">
              <a:spcBef>
                <a:spcPts val="0"/>
              </a:spcBef>
              <a:spcAft>
                <a:spcPts val="0"/>
              </a:spcAft>
              <a:buSzPts val="1400"/>
              <a:buChar char="●"/>
              <a:defRPr sz="1600"/>
            </a:lvl4pPr>
            <a:lvl5pPr marL="2286000" lvl="4" indent="-317500" rtl="0">
              <a:spcBef>
                <a:spcPts val="0"/>
              </a:spcBef>
              <a:spcAft>
                <a:spcPts val="0"/>
              </a:spcAft>
              <a:buSzPts val="1400"/>
              <a:buChar char="○"/>
              <a:defRPr sz="1600"/>
            </a:lvl5pPr>
            <a:lvl6pPr marL="2743200" lvl="5" indent="-317500" rtl="0">
              <a:spcBef>
                <a:spcPts val="0"/>
              </a:spcBef>
              <a:spcAft>
                <a:spcPts val="0"/>
              </a:spcAft>
              <a:buSzPts val="1400"/>
              <a:buChar char="■"/>
              <a:defRPr sz="1600"/>
            </a:lvl6pPr>
            <a:lvl7pPr marL="3200400" lvl="6" indent="-317500" rtl="0">
              <a:spcBef>
                <a:spcPts val="0"/>
              </a:spcBef>
              <a:spcAft>
                <a:spcPts val="0"/>
              </a:spcAft>
              <a:buSzPts val="1400"/>
              <a:buChar char="●"/>
              <a:defRPr sz="1600"/>
            </a:lvl7pPr>
            <a:lvl8pPr marL="3657600" lvl="7" indent="-317500" rtl="0">
              <a:spcBef>
                <a:spcPts val="0"/>
              </a:spcBef>
              <a:spcAft>
                <a:spcPts val="0"/>
              </a:spcAft>
              <a:buSzPts val="1400"/>
              <a:buChar char="○"/>
              <a:defRPr sz="1600"/>
            </a:lvl8pPr>
            <a:lvl9pPr marL="4114800" lvl="8" indent="-317500" rtl="0">
              <a:spcBef>
                <a:spcPts val="0"/>
              </a:spcBef>
              <a:spcAft>
                <a:spcPts val="0"/>
              </a:spcAft>
              <a:buSzPts val="1400"/>
              <a:buChar char="■"/>
              <a:defRPr sz="1600"/>
            </a:lvl9pPr>
          </a:lstStyle>
          <a:p>
            <a:endParaRPr/>
          </a:p>
        </p:txBody>
      </p:sp>
      <p:sp>
        <p:nvSpPr>
          <p:cNvPr id="619" name="Google Shape;619;p19"/>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Fredoka One"/>
              <a:buNone/>
              <a:defRPr/>
            </a:lvl1pPr>
            <a:lvl2pPr lvl="1"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anks">
  <p:cSld name="CUSTOM_12_1">
    <p:spTree>
      <p:nvGrpSpPr>
        <p:cNvPr id="1" name="Shape 720"/>
        <p:cNvGrpSpPr/>
        <p:nvPr/>
      </p:nvGrpSpPr>
      <p:grpSpPr>
        <a:xfrm>
          <a:off x="0" y="0"/>
          <a:ext cx="0" cy="0"/>
          <a:chOff x="0" y="0"/>
          <a:chExt cx="0" cy="0"/>
        </a:xfrm>
      </p:grpSpPr>
      <p:grpSp>
        <p:nvGrpSpPr>
          <p:cNvPr id="721" name="Google Shape;721;p24"/>
          <p:cNvGrpSpPr/>
          <p:nvPr/>
        </p:nvGrpSpPr>
        <p:grpSpPr>
          <a:xfrm>
            <a:off x="6302380" y="-753973"/>
            <a:ext cx="4838246" cy="8737202"/>
            <a:chOff x="6149980" y="-753973"/>
            <a:chExt cx="4838246" cy="8737202"/>
          </a:xfrm>
        </p:grpSpPr>
        <p:sp>
          <p:nvSpPr>
            <p:cNvPr id="722" name="Google Shape;722;p24"/>
            <p:cNvSpPr/>
            <p:nvPr/>
          </p:nvSpPr>
          <p:spPr>
            <a:xfrm rot="10800000">
              <a:off x="6501374" y="2350375"/>
              <a:ext cx="4486853" cy="2966613"/>
            </a:xfrm>
            <a:custGeom>
              <a:avLst/>
              <a:gdLst/>
              <a:ahLst/>
              <a:cxnLst/>
              <a:rect l="l" t="t" r="r" b="b"/>
              <a:pathLst>
                <a:path w="24054" h="15904" extrusionOk="0">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3" name="Google Shape;723;p24"/>
            <p:cNvGrpSpPr/>
            <p:nvPr/>
          </p:nvGrpSpPr>
          <p:grpSpPr>
            <a:xfrm flipH="1">
              <a:off x="7623943" y="2421824"/>
              <a:ext cx="300359" cy="299855"/>
              <a:chOff x="1466575" y="2391250"/>
              <a:chExt cx="59575" cy="59475"/>
            </a:xfrm>
          </p:grpSpPr>
          <p:sp>
            <p:nvSpPr>
              <p:cNvPr id="724" name="Google Shape;724;p24"/>
              <p:cNvSpPr/>
              <p:nvPr/>
            </p:nvSpPr>
            <p:spPr>
              <a:xfrm>
                <a:off x="1491600" y="2391250"/>
                <a:ext cx="9425" cy="59475"/>
              </a:xfrm>
              <a:custGeom>
                <a:avLst/>
                <a:gdLst/>
                <a:ahLst/>
                <a:cxnLst/>
                <a:rect l="l" t="t" r="r" b="b"/>
                <a:pathLst>
                  <a:path w="377" h="2379" extrusionOk="0">
                    <a:moveTo>
                      <a:pt x="0" y="1"/>
                    </a:moveTo>
                    <a:lnTo>
                      <a:pt x="0" y="2379"/>
                    </a:lnTo>
                    <a:lnTo>
                      <a:pt x="377" y="2379"/>
                    </a:lnTo>
                    <a:lnTo>
                      <a:pt x="3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4"/>
              <p:cNvSpPr/>
              <p:nvPr/>
            </p:nvSpPr>
            <p:spPr>
              <a:xfrm>
                <a:off x="1466575" y="2416275"/>
                <a:ext cx="59575" cy="9425"/>
              </a:xfrm>
              <a:custGeom>
                <a:avLst/>
                <a:gdLst/>
                <a:ahLst/>
                <a:cxnLst/>
                <a:rect l="l" t="t" r="r" b="b"/>
                <a:pathLst>
                  <a:path w="2383" h="377" extrusionOk="0">
                    <a:moveTo>
                      <a:pt x="1" y="1"/>
                    </a:moveTo>
                    <a:lnTo>
                      <a:pt x="1" y="377"/>
                    </a:lnTo>
                    <a:lnTo>
                      <a:pt x="2382" y="377"/>
                    </a:lnTo>
                    <a:lnTo>
                      <a:pt x="238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6" name="Google Shape;726;p24"/>
            <p:cNvGrpSpPr/>
            <p:nvPr/>
          </p:nvGrpSpPr>
          <p:grpSpPr>
            <a:xfrm flipH="1">
              <a:off x="6149980" y="-661273"/>
              <a:ext cx="2817846" cy="4069237"/>
              <a:chOff x="278245" y="-184325"/>
              <a:chExt cx="2358228" cy="3405504"/>
            </a:xfrm>
          </p:grpSpPr>
          <p:grpSp>
            <p:nvGrpSpPr>
              <p:cNvPr id="727" name="Google Shape;727;p24"/>
              <p:cNvGrpSpPr/>
              <p:nvPr/>
            </p:nvGrpSpPr>
            <p:grpSpPr>
              <a:xfrm>
                <a:off x="278245" y="-184325"/>
                <a:ext cx="2358228" cy="3336759"/>
                <a:chOff x="1181475" y="2041825"/>
                <a:chExt cx="620325" cy="877725"/>
              </a:xfrm>
            </p:grpSpPr>
            <p:sp>
              <p:nvSpPr>
                <p:cNvPr id="728" name="Google Shape;728;p24"/>
                <p:cNvSpPr/>
                <p:nvPr/>
              </p:nvSpPr>
              <p:spPr>
                <a:xfrm>
                  <a:off x="1185375" y="2377350"/>
                  <a:ext cx="119525" cy="119500"/>
                </a:xfrm>
                <a:custGeom>
                  <a:avLst/>
                  <a:gdLst/>
                  <a:ahLst/>
                  <a:cxnLst/>
                  <a:rect l="l" t="t" r="r" b="b"/>
                  <a:pathLst>
                    <a:path w="4781" h="4780" extrusionOk="0">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4"/>
                <p:cNvSpPr/>
                <p:nvPr/>
              </p:nvSpPr>
              <p:spPr>
                <a:xfrm>
                  <a:off x="1767500" y="2041825"/>
                  <a:ext cx="34300" cy="29425"/>
                </a:xfrm>
                <a:custGeom>
                  <a:avLst/>
                  <a:gdLst/>
                  <a:ahLst/>
                  <a:cxnLst/>
                  <a:rect l="l" t="t" r="r" b="b"/>
                  <a:pathLst>
                    <a:path w="1372" h="1177" extrusionOk="0">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4"/>
                <p:cNvSpPr/>
                <p:nvPr/>
              </p:nvSpPr>
              <p:spPr>
                <a:xfrm>
                  <a:off x="1181475" y="2060725"/>
                  <a:ext cx="600250" cy="858825"/>
                </a:xfrm>
                <a:custGeom>
                  <a:avLst/>
                  <a:gdLst/>
                  <a:ahLst/>
                  <a:cxnLst/>
                  <a:rect l="l" t="t" r="r" b="b"/>
                  <a:pathLst>
                    <a:path w="24010" h="34353" extrusionOk="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4"/>
                <p:cNvSpPr/>
                <p:nvPr/>
              </p:nvSpPr>
              <p:spPr>
                <a:xfrm>
                  <a:off x="1260925" y="2268575"/>
                  <a:ext cx="243200" cy="370575"/>
                </a:xfrm>
                <a:custGeom>
                  <a:avLst/>
                  <a:gdLst/>
                  <a:ahLst/>
                  <a:cxnLst/>
                  <a:rect l="l" t="t" r="r" b="b"/>
                  <a:pathLst>
                    <a:path w="9728" h="14823" extrusionOk="0">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4"/>
                <p:cNvSpPr/>
                <p:nvPr/>
              </p:nvSpPr>
              <p:spPr>
                <a:xfrm>
                  <a:off x="1194400" y="2571875"/>
                  <a:ext cx="129400" cy="204375"/>
                </a:xfrm>
                <a:custGeom>
                  <a:avLst/>
                  <a:gdLst/>
                  <a:ahLst/>
                  <a:cxnLst/>
                  <a:rect l="l" t="t" r="r" b="b"/>
                  <a:pathLst>
                    <a:path w="5176" h="8175" extrusionOk="0">
                      <a:moveTo>
                        <a:pt x="0" y="1"/>
                      </a:moveTo>
                      <a:lnTo>
                        <a:pt x="0" y="3087"/>
                      </a:lnTo>
                      <a:lnTo>
                        <a:pt x="5088" y="8175"/>
                      </a:lnTo>
                      <a:lnTo>
                        <a:pt x="5176" y="8087"/>
                      </a:lnTo>
                      <a:lnTo>
                        <a:pt x="124" y="3035"/>
                      </a:lnTo>
                      <a:lnTo>
                        <a:pt x="1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3" name="Google Shape;733;p24"/>
              <p:cNvSpPr/>
              <p:nvPr/>
            </p:nvSpPr>
            <p:spPr>
              <a:xfrm>
                <a:off x="336260" y="3109317"/>
                <a:ext cx="130395" cy="111862"/>
              </a:xfrm>
              <a:custGeom>
                <a:avLst/>
                <a:gdLst/>
                <a:ahLst/>
                <a:cxnLst/>
                <a:rect l="l" t="t" r="r" b="b"/>
                <a:pathLst>
                  <a:path w="1372" h="1177" extrusionOk="0">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4" name="Google Shape;734;p24"/>
            <p:cNvSpPr/>
            <p:nvPr/>
          </p:nvSpPr>
          <p:spPr>
            <a:xfrm rot="10800000">
              <a:off x="8012311" y="-753973"/>
              <a:ext cx="1464987" cy="2586938"/>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5" name="Google Shape;735;p24"/>
            <p:cNvGrpSpPr/>
            <p:nvPr/>
          </p:nvGrpSpPr>
          <p:grpSpPr>
            <a:xfrm>
              <a:off x="7560791" y="3580603"/>
              <a:ext cx="3173104" cy="4402627"/>
              <a:chOff x="2132995" y="960308"/>
              <a:chExt cx="496177" cy="688438"/>
            </a:xfrm>
          </p:grpSpPr>
          <p:sp>
            <p:nvSpPr>
              <p:cNvPr id="736" name="Google Shape;736;p24"/>
              <p:cNvSpPr/>
              <p:nvPr/>
            </p:nvSpPr>
            <p:spPr>
              <a:xfrm>
                <a:off x="2143863" y="977753"/>
                <a:ext cx="473252" cy="659302"/>
              </a:xfrm>
              <a:custGeom>
                <a:avLst/>
                <a:gdLst/>
                <a:ahLst/>
                <a:cxnLst/>
                <a:rect l="l" t="t" r="r" b="b"/>
                <a:pathLst>
                  <a:path w="10363" h="14437" extrusionOk="0">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4"/>
              <p:cNvSpPr/>
              <p:nvPr/>
            </p:nvSpPr>
            <p:spPr>
              <a:xfrm>
                <a:off x="2401063" y="1126948"/>
                <a:ext cx="81608" cy="81608"/>
              </a:xfrm>
              <a:custGeom>
                <a:avLst/>
                <a:gdLst/>
                <a:ahLst/>
                <a:cxnLst/>
                <a:rect l="l" t="t" r="r" b="b"/>
                <a:pathLst>
                  <a:path w="1787" h="1787" extrusionOk="0">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4"/>
              <p:cNvSpPr/>
              <p:nvPr/>
            </p:nvSpPr>
            <p:spPr>
              <a:xfrm>
                <a:off x="2132995" y="960308"/>
                <a:ext cx="23610" cy="20231"/>
              </a:xfrm>
              <a:custGeom>
                <a:avLst/>
                <a:gdLst/>
                <a:ahLst/>
                <a:cxnLst/>
                <a:rect l="l" t="t" r="r" b="b"/>
                <a:pathLst>
                  <a:path w="517" h="443" extrusionOk="0">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4"/>
              <p:cNvSpPr/>
              <p:nvPr/>
            </p:nvSpPr>
            <p:spPr>
              <a:xfrm>
                <a:off x="2605425" y="1628651"/>
                <a:ext cx="23747" cy="20094"/>
              </a:xfrm>
              <a:custGeom>
                <a:avLst/>
                <a:gdLst/>
                <a:ahLst/>
                <a:cxnLst/>
                <a:rect l="l" t="t" r="r" b="b"/>
                <a:pathLst>
                  <a:path w="520" h="440" extrusionOk="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4"/>
              <p:cNvSpPr/>
              <p:nvPr/>
            </p:nvSpPr>
            <p:spPr>
              <a:xfrm>
                <a:off x="2145827" y="1025155"/>
                <a:ext cx="122024" cy="71515"/>
              </a:xfrm>
              <a:custGeom>
                <a:avLst/>
                <a:gdLst/>
                <a:ahLst/>
                <a:cxnLst/>
                <a:rect l="l" t="t" r="r" b="b"/>
                <a:pathLst>
                  <a:path w="2672" h="1566" extrusionOk="0">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41" name="Google Shape;741;p24"/>
          <p:cNvGrpSpPr/>
          <p:nvPr/>
        </p:nvGrpSpPr>
        <p:grpSpPr>
          <a:xfrm>
            <a:off x="-2749105" y="-2045480"/>
            <a:ext cx="6654696" cy="9234460"/>
            <a:chOff x="-2596705" y="-2045480"/>
            <a:chExt cx="6654696" cy="9234460"/>
          </a:xfrm>
        </p:grpSpPr>
        <p:grpSp>
          <p:nvGrpSpPr>
            <p:cNvPr id="742" name="Google Shape;742;p24"/>
            <p:cNvGrpSpPr/>
            <p:nvPr/>
          </p:nvGrpSpPr>
          <p:grpSpPr>
            <a:xfrm flipH="1">
              <a:off x="722369" y="491148"/>
              <a:ext cx="801674" cy="397824"/>
              <a:chOff x="1622300" y="2291700"/>
              <a:chExt cx="118800" cy="58950"/>
            </a:xfrm>
          </p:grpSpPr>
          <p:sp>
            <p:nvSpPr>
              <p:cNvPr id="743" name="Google Shape;743;p24"/>
              <p:cNvSpPr/>
              <p:nvPr/>
            </p:nvSpPr>
            <p:spPr>
              <a:xfrm>
                <a:off x="1672825" y="2291800"/>
                <a:ext cx="17950" cy="17825"/>
              </a:xfrm>
              <a:custGeom>
                <a:avLst/>
                <a:gdLst/>
                <a:ahLst/>
                <a:cxnLst/>
                <a:rect l="l" t="t" r="r" b="b"/>
                <a:pathLst>
                  <a:path w="718" h="713" extrusionOk="0">
                    <a:moveTo>
                      <a:pt x="101" y="0"/>
                    </a:moveTo>
                    <a:lnTo>
                      <a:pt x="1" y="96"/>
                    </a:lnTo>
                    <a:lnTo>
                      <a:pt x="621" y="713"/>
                    </a:lnTo>
                    <a:lnTo>
                      <a:pt x="717" y="617"/>
                    </a:lnTo>
                    <a:lnTo>
                      <a:pt x="1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4"/>
              <p:cNvSpPr/>
              <p:nvPr/>
            </p:nvSpPr>
            <p:spPr>
              <a:xfrm>
                <a:off x="1672825" y="2291700"/>
                <a:ext cx="17950" cy="17925"/>
              </a:xfrm>
              <a:custGeom>
                <a:avLst/>
                <a:gdLst/>
                <a:ahLst/>
                <a:cxnLst/>
                <a:rect l="l" t="t" r="r" b="b"/>
                <a:pathLst>
                  <a:path w="718" h="717" extrusionOk="0">
                    <a:moveTo>
                      <a:pt x="621" y="0"/>
                    </a:moveTo>
                    <a:lnTo>
                      <a:pt x="1" y="621"/>
                    </a:lnTo>
                    <a:lnTo>
                      <a:pt x="101" y="717"/>
                    </a:lnTo>
                    <a:lnTo>
                      <a:pt x="717" y="100"/>
                    </a:lnTo>
                    <a:lnTo>
                      <a:pt x="6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4"/>
              <p:cNvSpPr/>
              <p:nvPr/>
            </p:nvSpPr>
            <p:spPr>
              <a:xfrm>
                <a:off x="1723150" y="2291700"/>
                <a:ext cx="17950" cy="17925"/>
              </a:xfrm>
              <a:custGeom>
                <a:avLst/>
                <a:gdLst/>
                <a:ahLst/>
                <a:cxnLst/>
                <a:rect l="l" t="t" r="r" b="b"/>
                <a:pathLst>
                  <a:path w="718" h="717" extrusionOk="0">
                    <a:moveTo>
                      <a:pt x="97" y="0"/>
                    </a:moveTo>
                    <a:lnTo>
                      <a:pt x="1" y="100"/>
                    </a:lnTo>
                    <a:lnTo>
                      <a:pt x="617" y="717"/>
                    </a:lnTo>
                    <a:lnTo>
                      <a:pt x="718" y="621"/>
                    </a:lnTo>
                    <a:lnTo>
                      <a:pt x="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4"/>
              <p:cNvSpPr/>
              <p:nvPr/>
            </p:nvSpPr>
            <p:spPr>
              <a:xfrm>
                <a:off x="1723150" y="2291700"/>
                <a:ext cx="17950" cy="17925"/>
              </a:xfrm>
              <a:custGeom>
                <a:avLst/>
                <a:gdLst/>
                <a:ahLst/>
                <a:cxnLst/>
                <a:rect l="l" t="t" r="r" b="b"/>
                <a:pathLst>
                  <a:path w="718" h="717" extrusionOk="0">
                    <a:moveTo>
                      <a:pt x="617" y="0"/>
                    </a:moveTo>
                    <a:lnTo>
                      <a:pt x="1" y="621"/>
                    </a:lnTo>
                    <a:lnTo>
                      <a:pt x="101" y="717"/>
                    </a:lnTo>
                    <a:lnTo>
                      <a:pt x="718" y="100"/>
                    </a:lnTo>
                    <a:lnTo>
                      <a:pt x="6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4"/>
              <p:cNvSpPr/>
              <p:nvPr/>
            </p:nvSpPr>
            <p:spPr>
              <a:xfrm>
                <a:off x="1622300" y="2332725"/>
                <a:ext cx="17825" cy="17925"/>
              </a:xfrm>
              <a:custGeom>
                <a:avLst/>
                <a:gdLst/>
                <a:ahLst/>
                <a:cxnLst/>
                <a:rect l="l" t="t" r="r" b="b"/>
                <a:pathLst>
                  <a:path w="713" h="717" extrusionOk="0">
                    <a:moveTo>
                      <a:pt x="96" y="0"/>
                    </a:moveTo>
                    <a:lnTo>
                      <a:pt x="0" y="96"/>
                    </a:lnTo>
                    <a:lnTo>
                      <a:pt x="617" y="717"/>
                    </a:lnTo>
                    <a:lnTo>
                      <a:pt x="713" y="617"/>
                    </a:lnTo>
                    <a:lnTo>
                      <a:pt x="9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4"/>
              <p:cNvSpPr/>
              <p:nvPr/>
            </p:nvSpPr>
            <p:spPr>
              <a:xfrm>
                <a:off x="1622300" y="2332725"/>
                <a:ext cx="17825" cy="17925"/>
              </a:xfrm>
              <a:custGeom>
                <a:avLst/>
                <a:gdLst/>
                <a:ahLst/>
                <a:cxnLst/>
                <a:rect l="l" t="t" r="r" b="b"/>
                <a:pathLst>
                  <a:path w="713" h="717" extrusionOk="0">
                    <a:moveTo>
                      <a:pt x="617" y="0"/>
                    </a:moveTo>
                    <a:lnTo>
                      <a:pt x="0" y="617"/>
                    </a:lnTo>
                    <a:lnTo>
                      <a:pt x="96" y="717"/>
                    </a:lnTo>
                    <a:lnTo>
                      <a:pt x="713" y="96"/>
                    </a:lnTo>
                    <a:lnTo>
                      <a:pt x="6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4"/>
              <p:cNvSpPr/>
              <p:nvPr/>
            </p:nvSpPr>
            <p:spPr>
              <a:xfrm>
                <a:off x="1672525" y="2332625"/>
                <a:ext cx="17950" cy="17925"/>
              </a:xfrm>
              <a:custGeom>
                <a:avLst/>
                <a:gdLst/>
                <a:ahLst/>
                <a:cxnLst/>
                <a:rect l="l" t="t" r="r" b="b"/>
                <a:pathLst>
                  <a:path w="718" h="717" extrusionOk="0">
                    <a:moveTo>
                      <a:pt x="101" y="0"/>
                    </a:moveTo>
                    <a:lnTo>
                      <a:pt x="1" y="100"/>
                    </a:lnTo>
                    <a:lnTo>
                      <a:pt x="621" y="717"/>
                    </a:lnTo>
                    <a:lnTo>
                      <a:pt x="717" y="621"/>
                    </a:lnTo>
                    <a:lnTo>
                      <a:pt x="1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4"/>
              <p:cNvSpPr/>
              <p:nvPr/>
            </p:nvSpPr>
            <p:spPr>
              <a:xfrm>
                <a:off x="1672525" y="2332725"/>
                <a:ext cx="17950" cy="17925"/>
              </a:xfrm>
              <a:custGeom>
                <a:avLst/>
                <a:gdLst/>
                <a:ahLst/>
                <a:cxnLst/>
                <a:rect l="l" t="t" r="r" b="b"/>
                <a:pathLst>
                  <a:path w="718" h="717" extrusionOk="0">
                    <a:moveTo>
                      <a:pt x="621" y="0"/>
                    </a:moveTo>
                    <a:lnTo>
                      <a:pt x="1" y="617"/>
                    </a:lnTo>
                    <a:lnTo>
                      <a:pt x="101" y="717"/>
                    </a:lnTo>
                    <a:lnTo>
                      <a:pt x="717" y="96"/>
                    </a:lnTo>
                    <a:lnTo>
                      <a:pt x="6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24"/>
            <p:cNvSpPr/>
            <p:nvPr/>
          </p:nvSpPr>
          <p:spPr>
            <a:xfrm>
              <a:off x="-2596705" y="-1246603"/>
              <a:ext cx="6654696" cy="7636707"/>
            </a:xfrm>
            <a:custGeom>
              <a:avLst/>
              <a:gdLst/>
              <a:ahLst/>
              <a:cxnLst/>
              <a:rect l="l" t="t" r="r" b="b"/>
              <a:pathLst>
                <a:path w="71832" h="82432" extrusionOk="0">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2" name="Google Shape;752;p24"/>
            <p:cNvGrpSpPr/>
            <p:nvPr/>
          </p:nvGrpSpPr>
          <p:grpSpPr>
            <a:xfrm rot="10800000">
              <a:off x="-1185762" y="-2045480"/>
              <a:ext cx="2901864" cy="4211818"/>
              <a:chOff x="6769513" y="299393"/>
              <a:chExt cx="1308620" cy="1899525"/>
            </a:xfrm>
          </p:grpSpPr>
          <p:sp>
            <p:nvSpPr>
              <p:cNvPr id="753" name="Google Shape;753;p24"/>
              <p:cNvSpPr/>
              <p:nvPr/>
            </p:nvSpPr>
            <p:spPr>
              <a:xfrm>
                <a:off x="7817889" y="1007055"/>
                <a:ext cx="252070" cy="252070"/>
              </a:xfrm>
              <a:custGeom>
                <a:avLst/>
                <a:gdLst/>
                <a:ahLst/>
                <a:cxnLst/>
                <a:rect l="l" t="t" r="r" b="b"/>
                <a:pathLst>
                  <a:path w="4564" h="4564" extrusionOk="0">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4"/>
              <p:cNvSpPr/>
              <p:nvPr/>
            </p:nvSpPr>
            <p:spPr>
              <a:xfrm>
                <a:off x="7983027" y="2137006"/>
                <a:ext cx="72351" cy="61913"/>
              </a:xfrm>
              <a:custGeom>
                <a:avLst/>
                <a:gdLst/>
                <a:ahLst/>
                <a:cxnLst/>
                <a:rect l="l" t="t" r="r" b="b"/>
                <a:pathLst>
                  <a:path w="1310" h="1121" extrusionOk="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4"/>
              <p:cNvSpPr/>
              <p:nvPr/>
            </p:nvSpPr>
            <p:spPr>
              <a:xfrm>
                <a:off x="6769513" y="299393"/>
                <a:ext cx="61968" cy="61747"/>
              </a:xfrm>
              <a:custGeom>
                <a:avLst/>
                <a:gdLst/>
                <a:ahLst/>
                <a:cxnLst/>
                <a:rect l="l" t="t" r="r" b="b"/>
                <a:pathLst>
                  <a:path w="1122" h="1118" extrusionOk="0">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4"/>
              <p:cNvSpPr/>
              <p:nvPr/>
            </p:nvSpPr>
            <p:spPr>
              <a:xfrm>
                <a:off x="6811985" y="339214"/>
                <a:ext cx="1266148" cy="1811765"/>
              </a:xfrm>
              <a:custGeom>
                <a:avLst/>
                <a:gdLst/>
                <a:ahLst/>
                <a:cxnLst/>
                <a:rect l="l" t="t" r="r" b="b"/>
                <a:pathLst>
                  <a:path w="22925" h="32804" extrusionOk="0">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4"/>
              <p:cNvSpPr/>
              <p:nvPr/>
            </p:nvSpPr>
            <p:spPr>
              <a:xfrm>
                <a:off x="7397589" y="777575"/>
                <a:ext cx="512976" cy="781781"/>
              </a:xfrm>
              <a:custGeom>
                <a:avLst/>
                <a:gdLst/>
                <a:ahLst/>
                <a:cxnLst/>
                <a:rect l="l" t="t" r="r" b="b"/>
                <a:pathLst>
                  <a:path w="9288" h="14155" extrusionOk="0">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4"/>
              <p:cNvSpPr/>
              <p:nvPr/>
            </p:nvSpPr>
            <p:spPr>
              <a:xfrm>
                <a:off x="7777847" y="1417359"/>
                <a:ext cx="273112" cy="431181"/>
              </a:xfrm>
              <a:custGeom>
                <a:avLst/>
                <a:gdLst/>
                <a:ahLst/>
                <a:cxnLst/>
                <a:rect l="l" t="t" r="r" b="b"/>
                <a:pathLst>
                  <a:path w="4945" h="7807" extrusionOk="0">
                    <a:moveTo>
                      <a:pt x="4824" y="1"/>
                    </a:moveTo>
                    <a:lnTo>
                      <a:pt x="4824" y="2899"/>
                    </a:lnTo>
                    <a:lnTo>
                      <a:pt x="1" y="7722"/>
                    </a:lnTo>
                    <a:lnTo>
                      <a:pt x="85" y="7806"/>
                    </a:lnTo>
                    <a:lnTo>
                      <a:pt x="4944" y="2951"/>
                    </a:lnTo>
                    <a:lnTo>
                      <a:pt x="49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9" name="Google Shape;759;p24"/>
            <p:cNvSpPr/>
            <p:nvPr/>
          </p:nvSpPr>
          <p:spPr>
            <a:xfrm rot="10800000">
              <a:off x="1102163" y="4774798"/>
              <a:ext cx="727762" cy="727762"/>
            </a:xfrm>
            <a:custGeom>
              <a:avLst/>
              <a:gdLst/>
              <a:ahLst/>
              <a:cxnLst/>
              <a:rect l="l" t="t" r="r" b="b"/>
              <a:pathLst>
                <a:path w="9936" h="9936" fill="none" extrusionOk="0">
                  <a:moveTo>
                    <a:pt x="8170" y="1770"/>
                  </a:moveTo>
                  <a:cubicBezTo>
                    <a:pt x="9936" y="3535"/>
                    <a:pt x="9936" y="6401"/>
                    <a:pt x="8170" y="8170"/>
                  </a:cubicBezTo>
                  <a:cubicBezTo>
                    <a:pt x="6401" y="9935"/>
                    <a:pt x="3535" y="9935"/>
                    <a:pt x="1770" y="8170"/>
                  </a:cubicBezTo>
                  <a:cubicBezTo>
                    <a:pt x="1" y="6401"/>
                    <a:pt x="1" y="3535"/>
                    <a:pt x="1770" y="1770"/>
                  </a:cubicBezTo>
                  <a:cubicBezTo>
                    <a:pt x="3535" y="0"/>
                    <a:pt x="6401" y="0"/>
                    <a:pt x="8170" y="1770"/>
                  </a:cubicBezTo>
                  <a:close/>
                </a:path>
              </a:pathLst>
            </a:custGeom>
            <a:noFill/>
            <a:ln w="19050" cap="flat" cmpd="sng">
              <a:solidFill>
                <a:schemeClr val="dk2"/>
              </a:solidFill>
              <a:prstDash val="solid"/>
              <a:miter lim="40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0" name="Google Shape;760;p24"/>
            <p:cNvGrpSpPr/>
            <p:nvPr/>
          </p:nvGrpSpPr>
          <p:grpSpPr>
            <a:xfrm flipH="1">
              <a:off x="-1973878" y="2737381"/>
              <a:ext cx="3265346" cy="3441180"/>
              <a:chOff x="2011428" y="602777"/>
              <a:chExt cx="774292" cy="815987"/>
            </a:xfrm>
          </p:grpSpPr>
          <p:sp>
            <p:nvSpPr>
              <p:cNvPr id="761" name="Google Shape;761;p24"/>
              <p:cNvSpPr/>
              <p:nvPr/>
            </p:nvSpPr>
            <p:spPr>
              <a:xfrm>
                <a:off x="2751470" y="1215132"/>
                <a:ext cx="15618" cy="109191"/>
              </a:xfrm>
              <a:custGeom>
                <a:avLst/>
                <a:gdLst/>
                <a:ahLst/>
                <a:cxnLst/>
                <a:rect l="l" t="t" r="r" b="b"/>
                <a:pathLst>
                  <a:path w="342" h="2391" extrusionOk="0">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4"/>
              <p:cNvSpPr/>
              <p:nvPr/>
            </p:nvSpPr>
            <p:spPr>
              <a:xfrm>
                <a:off x="2157107" y="742702"/>
                <a:ext cx="76950" cy="76995"/>
              </a:xfrm>
              <a:custGeom>
                <a:avLst/>
                <a:gdLst/>
                <a:ahLst/>
                <a:cxnLst/>
                <a:rect l="l" t="t" r="r" b="b"/>
                <a:pathLst>
                  <a:path w="1685" h="1686" extrusionOk="0">
                    <a:moveTo>
                      <a:pt x="0" y="1"/>
                    </a:moveTo>
                    <a:lnTo>
                      <a:pt x="842" y="843"/>
                    </a:lnTo>
                    <a:lnTo>
                      <a:pt x="1685" y="1685"/>
                    </a:lnTo>
                    <a:lnTo>
                      <a:pt x="1685" y="1209"/>
                    </a:lnTo>
                    <a:lnTo>
                      <a:pt x="1081" y="605"/>
                    </a:lnTo>
                    <a:lnTo>
                      <a:pt x="4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4"/>
              <p:cNvSpPr/>
              <p:nvPr/>
            </p:nvSpPr>
            <p:spPr>
              <a:xfrm>
                <a:off x="2011428" y="602777"/>
                <a:ext cx="37310" cy="32013"/>
              </a:xfrm>
              <a:custGeom>
                <a:avLst/>
                <a:gdLst/>
                <a:ahLst/>
                <a:cxnLst/>
                <a:rect l="l" t="t" r="r" b="b"/>
                <a:pathLst>
                  <a:path w="817" h="701" extrusionOk="0">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4"/>
              <p:cNvSpPr/>
              <p:nvPr/>
            </p:nvSpPr>
            <p:spPr>
              <a:xfrm>
                <a:off x="2748364" y="1386751"/>
                <a:ext cx="37356" cy="32013"/>
              </a:xfrm>
              <a:custGeom>
                <a:avLst/>
                <a:gdLst/>
                <a:ahLst/>
                <a:cxnLst/>
                <a:rect l="l" t="t" r="r" b="b"/>
                <a:pathLst>
                  <a:path w="818" h="701" extrusionOk="0">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4"/>
              <p:cNvSpPr/>
              <p:nvPr/>
            </p:nvSpPr>
            <p:spPr>
              <a:xfrm>
                <a:off x="2036271" y="623829"/>
                <a:ext cx="737804" cy="767351"/>
              </a:xfrm>
              <a:custGeom>
                <a:avLst/>
                <a:gdLst/>
                <a:ahLst/>
                <a:cxnLst/>
                <a:rect l="l" t="t" r="r" b="b"/>
                <a:pathLst>
                  <a:path w="16156" h="16803" extrusionOk="0">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4"/>
              <p:cNvSpPr/>
              <p:nvPr/>
            </p:nvSpPr>
            <p:spPr>
              <a:xfrm>
                <a:off x="2506326" y="916786"/>
                <a:ext cx="196233" cy="195822"/>
              </a:xfrm>
              <a:custGeom>
                <a:avLst/>
                <a:gdLst/>
                <a:ahLst/>
                <a:cxnLst/>
                <a:rect l="l" t="t" r="r" b="b"/>
                <a:pathLst>
                  <a:path w="4297" h="4288" extrusionOk="0">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 name="Google Shape;767;p24"/>
            <p:cNvGrpSpPr/>
            <p:nvPr/>
          </p:nvGrpSpPr>
          <p:grpSpPr>
            <a:xfrm rot="-5400000">
              <a:off x="-1256153" y="3835717"/>
              <a:ext cx="3265346" cy="3441180"/>
              <a:chOff x="2011428" y="602777"/>
              <a:chExt cx="774292" cy="815987"/>
            </a:xfrm>
          </p:grpSpPr>
          <p:sp>
            <p:nvSpPr>
              <p:cNvPr id="768" name="Google Shape;768;p24"/>
              <p:cNvSpPr/>
              <p:nvPr/>
            </p:nvSpPr>
            <p:spPr>
              <a:xfrm>
                <a:off x="2751470" y="1215132"/>
                <a:ext cx="15618" cy="109191"/>
              </a:xfrm>
              <a:custGeom>
                <a:avLst/>
                <a:gdLst/>
                <a:ahLst/>
                <a:cxnLst/>
                <a:rect l="l" t="t" r="r" b="b"/>
                <a:pathLst>
                  <a:path w="342" h="2391" extrusionOk="0">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4"/>
              <p:cNvSpPr/>
              <p:nvPr/>
            </p:nvSpPr>
            <p:spPr>
              <a:xfrm>
                <a:off x="2157107" y="742702"/>
                <a:ext cx="76950" cy="76995"/>
              </a:xfrm>
              <a:custGeom>
                <a:avLst/>
                <a:gdLst/>
                <a:ahLst/>
                <a:cxnLst/>
                <a:rect l="l" t="t" r="r" b="b"/>
                <a:pathLst>
                  <a:path w="1685" h="1686" extrusionOk="0">
                    <a:moveTo>
                      <a:pt x="0" y="1"/>
                    </a:moveTo>
                    <a:lnTo>
                      <a:pt x="842" y="843"/>
                    </a:lnTo>
                    <a:lnTo>
                      <a:pt x="1685" y="1685"/>
                    </a:lnTo>
                    <a:lnTo>
                      <a:pt x="1685" y="1209"/>
                    </a:lnTo>
                    <a:lnTo>
                      <a:pt x="1081" y="605"/>
                    </a:lnTo>
                    <a:lnTo>
                      <a:pt x="4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4"/>
              <p:cNvSpPr/>
              <p:nvPr/>
            </p:nvSpPr>
            <p:spPr>
              <a:xfrm>
                <a:off x="2011428" y="602777"/>
                <a:ext cx="37310" cy="32013"/>
              </a:xfrm>
              <a:custGeom>
                <a:avLst/>
                <a:gdLst/>
                <a:ahLst/>
                <a:cxnLst/>
                <a:rect l="l" t="t" r="r" b="b"/>
                <a:pathLst>
                  <a:path w="817" h="701" extrusionOk="0">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4"/>
              <p:cNvSpPr/>
              <p:nvPr/>
            </p:nvSpPr>
            <p:spPr>
              <a:xfrm>
                <a:off x="2748364" y="1386751"/>
                <a:ext cx="37356" cy="32013"/>
              </a:xfrm>
              <a:custGeom>
                <a:avLst/>
                <a:gdLst/>
                <a:ahLst/>
                <a:cxnLst/>
                <a:rect l="l" t="t" r="r" b="b"/>
                <a:pathLst>
                  <a:path w="818" h="701" extrusionOk="0">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4"/>
              <p:cNvSpPr/>
              <p:nvPr/>
            </p:nvSpPr>
            <p:spPr>
              <a:xfrm>
                <a:off x="2036271" y="623829"/>
                <a:ext cx="737804" cy="767351"/>
              </a:xfrm>
              <a:custGeom>
                <a:avLst/>
                <a:gdLst/>
                <a:ahLst/>
                <a:cxnLst/>
                <a:rect l="l" t="t" r="r" b="b"/>
                <a:pathLst>
                  <a:path w="16156" h="16803" extrusionOk="0">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4"/>
              <p:cNvSpPr/>
              <p:nvPr/>
            </p:nvSpPr>
            <p:spPr>
              <a:xfrm>
                <a:off x="2506326" y="916786"/>
                <a:ext cx="196233" cy="195822"/>
              </a:xfrm>
              <a:custGeom>
                <a:avLst/>
                <a:gdLst/>
                <a:ahLst/>
                <a:cxnLst/>
                <a:rect l="l" t="t" r="r" b="b"/>
                <a:pathLst>
                  <a:path w="4297" h="4288" extrusionOk="0">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74" name="Google Shape;774;p24"/>
          <p:cNvSpPr txBox="1">
            <a:spLocks noGrp="1"/>
          </p:cNvSpPr>
          <p:nvPr>
            <p:ph type="title"/>
          </p:nvPr>
        </p:nvSpPr>
        <p:spPr>
          <a:xfrm>
            <a:off x="2646000" y="491162"/>
            <a:ext cx="3852000" cy="972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0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75" name="Google Shape;775;p24"/>
          <p:cNvSpPr txBox="1">
            <a:spLocks noGrp="1"/>
          </p:cNvSpPr>
          <p:nvPr>
            <p:ph type="subTitle" idx="1"/>
          </p:nvPr>
        </p:nvSpPr>
        <p:spPr>
          <a:xfrm>
            <a:off x="2646000" y="1407566"/>
            <a:ext cx="3852000" cy="1017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776" name="Google Shape;776;p24"/>
          <p:cNvSpPr txBox="1"/>
          <p:nvPr/>
        </p:nvSpPr>
        <p:spPr>
          <a:xfrm>
            <a:off x="2779350" y="3548507"/>
            <a:ext cx="3585300" cy="659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300"/>
              </a:spcBef>
              <a:spcAft>
                <a:spcPts val="0"/>
              </a:spcAft>
              <a:buNone/>
            </a:pPr>
            <a:r>
              <a:rPr lang="en" sz="1200">
                <a:solidFill>
                  <a:schemeClr val="lt1"/>
                </a:solidFill>
                <a:latin typeface="Roboto"/>
                <a:ea typeface="Roboto"/>
                <a:cs typeface="Roboto"/>
                <a:sym typeface="Roboto"/>
              </a:rPr>
              <a:t>CREDITS: This presentation template was created by </a:t>
            </a:r>
            <a:r>
              <a:rPr lang="en" sz="1200" b="1">
                <a:solidFill>
                  <a:schemeClr val="lt1"/>
                </a:solidFill>
                <a:uFill>
                  <a:noFill/>
                </a:uFill>
                <a:latin typeface="Roboto"/>
                <a:ea typeface="Roboto"/>
                <a:cs typeface="Roboto"/>
                <a:sym typeface="Roboto"/>
                <a:hlinkClick r:id="rId2">
                  <a:extLst>
                    <a:ext uri="{A12FA001-AC4F-418D-AE19-62706E023703}">
                      <ahyp:hlinkClr xmlns:ahyp="http://schemas.microsoft.com/office/drawing/2018/hyperlinkcolor" val="tx"/>
                    </a:ext>
                  </a:extLst>
                </a:hlinkClick>
              </a:rPr>
              <a:t>Slidesgo</a:t>
            </a:r>
            <a:r>
              <a:rPr lang="en" sz="1200">
                <a:solidFill>
                  <a:schemeClr val="lt1"/>
                </a:solidFill>
                <a:latin typeface="Roboto"/>
                <a:ea typeface="Roboto"/>
                <a:cs typeface="Roboto"/>
                <a:sym typeface="Roboto"/>
              </a:rPr>
              <a:t>, including icons by </a:t>
            </a:r>
            <a:r>
              <a:rPr lang="en" sz="1200" b="1">
                <a:solidFill>
                  <a:schemeClr val="lt1"/>
                </a:solidFill>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Flaticon</a:t>
            </a:r>
            <a:r>
              <a:rPr lang="en" sz="1200">
                <a:solidFill>
                  <a:schemeClr val="lt1"/>
                </a:solidFill>
                <a:latin typeface="Roboto"/>
                <a:ea typeface="Roboto"/>
                <a:cs typeface="Roboto"/>
                <a:sym typeface="Roboto"/>
              </a:rPr>
              <a:t>, and infographics &amp; images by </a:t>
            </a:r>
            <a:r>
              <a:rPr lang="en" sz="1200" b="1">
                <a:solidFill>
                  <a:schemeClr val="lt1"/>
                </a:solidFill>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Freepik</a:t>
            </a:r>
            <a:endParaRPr sz="1200" b="1">
              <a:solidFill>
                <a:schemeClr val="lt1"/>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24">
    <p:spTree>
      <p:nvGrpSpPr>
        <p:cNvPr id="1" name="Shape 777"/>
        <p:cNvGrpSpPr/>
        <p:nvPr/>
      </p:nvGrpSpPr>
      <p:grpSpPr>
        <a:xfrm>
          <a:off x="0" y="0"/>
          <a:ext cx="0" cy="0"/>
          <a:chOff x="0" y="0"/>
          <a:chExt cx="0" cy="0"/>
        </a:xfrm>
      </p:grpSpPr>
      <p:grpSp>
        <p:nvGrpSpPr>
          <p:cNvPr id="778" name="Google Shape;778;p25"/>
          <p:cNvGrpSpPr/>
          <p:nvPr/>
        </p:nvGrpSpPr>
        <p:grpSpPr>
          <a:xfrm>
            <a:off x="-1296571" y="-620648"/>
            <a:ext cx="3482238" cy="4516379"/>
            <a:chOff x="-1296571" y="-620648"/>
            <a:chExt cx="3482238" cy="4516379"/>
          </a:xfrm>
        </p:grpSpPr>
        <p:sp>
          <p:nvSpPr>
            <p:cNvPr id="779" name="Google Shape;779;p25"/>
            <p:cNvSpPr/>
            <p:nvPr/>
          </p:nvSpPr>
          <p:spPr>
            <a:xfrm>
              <a:off x="-1296571" y="0"/>
              <a:ext cx="3031826" cy="2004580"/>
            </a:xfrm>
            <a:custGeom>
              <a:avLst/>
              <a:gdLst/>
              <a:ahLst/>
              <a:cxnLst/>
              <a:rect l="l" t="t" r="r" b="b"/>
              <a:pathLst>
                <a:path w="24054" h="15904" extrusionOk="0">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0" name="Google Shape;780;p25"/>
            <p:cNvGrpSpPr/>
            <p:nvPr/>
          </p:nvGrpSpPr>
          <p:grpSpPr>
            <a:xfrm>
              <a:off x="-941814" y="-620648"/>
              <a:ext cx="3127481" cy="4516379"/>
              <a:chOff x="278245" y="-184325"/>
              <a:chExt cx="2358228" cy="3405504"/>
            </a:xfrm>
          </p:grpSpPr>
          <p:grpSp>
            <p:nvGrpSpPr>
              <p:cNvPr id="781" name="Google Shape;781;p25"/>
              <p:cNvGrpSpPr/>
              <p:nvPr/>
            </p:nvGrpSpPr>
            <p:grpSpPr>
              <a:xfrm>
                <a:off x="278245" y="-184325"/>
                <a:ext cx="2358228" cy="3336759"/>
                <a:chOff x="1181475" y="2041825"/>
                <a:chExt cx="620325" cy="877725"/>
              </a:xfrm>
            </p:grpSpPr>
            <p:sp>
              <p:nvSpPr>
                <p:cNvPr id="782" name="Google Shape;782;p25"/>
                <p:cNvSpPr/>
                <p:nvPr/>
              </p:nvSpPr>
              <p:spPr>
                <a:xfrm>
                  <a:off x="1185375" y="2377350"/>
                  <a:ext cx="119525" cy="119500"/>
                </a:xfrm>
                <a:custGeom>
                  <a:avLst/>
                  <a:gdLst/>
                  <a:ahLst/>
                  <a:cxnLst/>
                  <a:rect l="l" t="t" r="r" b="b"/>
                  <a:pathLst>
                    <a:path w="4781" h="4780" extrusionOk="0">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5"/>
                <p:cNvSpPr/>
                <p:nvPr/>
              </p:nvSpPr>
              <p:spPr>
                <a:xfrm>
                  <a:off x="1767500" y="2041825"/>
                  <a:ext cx="34300" cy="29425"/>
                </a:xfrm>
                <a:custGeom>
                  <a:avLst/>
                  <a:gdLst/>
                  <a:ahLst/>
                  <a:cxnLst/>
                  <a:rect l="l" t="t" r="r" b="b"/>
                  <a:pathLst>
                    <a:path w="1372" h="1177" extrusionOk="0">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5"/>
                <p:cNvSpPr/>
                <p:nvPr/>
              </p:nvSpPr>
              <p:spPr>
                <a:xfrm>
                  <a:off x="1181475" y="2060725"/>
                  <a:ext cx="600250" cy="858825"/>
                </a:xfrm>
                <a:custGeom>
                  <a:avLst/>
                  <a:gdLst/>
                  <a:ahLst/>
                  <a:cxnLst/>
                  <a:rect l="l" t="t" r="r" b="b"/>
                  <a:pathLst>
                    <a:path w="24010" h="34353" extrusionOk="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5"/>
                <p:cNvSpPr/>
                <p:nvPr/>
              </p:nvSpPr>
              <p:spPr>
                <a:xfrm>
                  <a:off x="1260925" y="2268575"/>
                  <a:ext cx="243200" cy="370575"/>
                </a:xfrm>
                <a:custGeom>
                  <a:avLst/>
                  <a:gdLst/>
                  <a:ahLst/>
                  <a:cxnLst/>
                  <a:rect l="l" t="t" r="r" b="b"/>
                  <a:pathLst>
                    <a:path w="9728" h="14823" extrusionOk="0">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5"/>
                <p:cNvSpPr/>
                <p:nvPr/>
              </p:nvSpPr>
              <p:spPr>
                <a:xfrm>
                  <a:off x="1194400" y="2571875"/>
                  <a:ext cx="129400" cy="204375"/>
                </a:xfrm>
                <a:custGeom>
                  <a:avLst/>
                  <a:gdLst/>
                  <a:ahLst/>
                  <a:cxnLst/>
                  <a:rect l="l" t="t" r="r" b="b"/>
                  <a:pathLst>
                    <a:path w="5176" h="8175" extrusionOk="0">
                      <a:moveTo>
                        <a:pt x="0" y="1"/>
                      </a:moveTo>
                      <a:lnTo>
                        <a:pt x="0" y="3087"/>
                      </a:lnTo>
                      <a:lnTo>
                        <a:pt x="5088" y="8175"/>
                      </a:lnTo>
                      <a:lnTo>
                        <a:pt x="5176" y="8087"/>
                      </a:lnTo>
                      <a:lnTo>
                        <a:pt x="124" y="3035"/>
                      </a:lnTo>
                      <a:lnTo>
                        <a:pt x="1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7" name="Google Shape;787;p25"/>
              <p:cNvSpPr/>
              <p:nvPr/>
            </p:nvSpPr>
            <p:spPr>
              <a:xfrm>
                <a:off x="336260" y="3109317"/>
                <a:ext cx="130395" cy="111862"/>
              </a:xfrm>
              <a:custGeom>
                <a:avLst/>
                <a:gdLst/>
                <a:ahLst/>
                <a:cxnLst/>
                <a:rect l="l" t="t" r="r" b="b"/>
                <a:pathLst>
                  <a:path w="1372" h="1177" extrusionOk="0">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88" name="Google Shape;788;p25"/>
          <p:cNvGrpSpPr/>
          <p:nvPr/>
        </p:nvGrpSpPr>
        <p:grpSpPr>
          <a:xfrm>
            <a:off x="5245253" y="-441860"/>
            <a:ext cx="6654696" cy="9380356"/>
            <a:chOff x="5245253" y="-441860"/>
            <a:chExt cx="6654696" cy="9380356"/>
          </a:xfrm>
        </p:grpSpPr>
        <p:sp>
          <p:nvSpPr>
            <p:cNvPr id="789" name="Google Shape;789;p25"/>
            <p:cNvSpPr/>
            <p:nvPr/>
          </p:nvSpPr>
          <p:spPr>
            <a:xfrm rot="10800000" flipH="1">
              <a:off x="5245253" y="1301790"/>
              <a:ext cx="6654696" cy="7636707"/>
            </a:xfrm>
            <a:custGeom>
              <a:avLst/>
              <a:gdLst/>
              <a:ahLst/>
              <a:cxnLst/>
              <a:rect l="l" t="t" r="r" b="b"/>
              <a:pathLst>
                <a:path w="71832" h="82432" extrusionOk="0">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0" name="Google Shape;790;p25"/>
            <p:cNvGrpSpPr/>
            <p:nvPr/>
          </p:nvGrpSpPr>
          <p:grpSpPr>
            <a:xfrm flipH="1">
              <a:off x="8418770" y="-441860"/>
              <a:ext cx="2708843" cy="3931638"/>
              <a:chOff x="6769513" y="299393"/>
              <a:chExt cx="1308620" cy="1899525"/>
            </a:xfrm>
          </p:grpSpPr>
          <p:sp>
            <p:nvSpPr>
              <p:cNvPr id="791" name="Google Shape;791;p25"/>
              <p:cNvSpPr/>
              <p:nvPr/>
            </p:nvSpPr>
            <p:spPr>
              <a:xfrm>
                <a:off x="7817889" y="1007055"/>
                <a:ext cx="252070" cy="252070"/>
              </a:xfrm>
              <a:custGeom>
                <a:avLst/>
                <a:gdLst/>
                <a:ahLst/>
                <a:cxnLst/>
                <a:rect l="l" t="t" r="r" b="b"/>
                <a:pathLst>
                  <a:path w="4564" h="4564" extrusionOk="0">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5"/>
              <p:cNvSpPr/>
              <p:nvPr/>
            </p:nvSpPr>
            <p:spPr>
              <a:xfrm>
                <a:off x="7983027" y="2137006"/>
                <a:ext cx="72351" cy="61913"/>
              </a:xfrm>
              <a:custGeom>
                <a:avLst/>
                <a:gdLst/>
                <a:ahLst/>
                <a:cxnLst/>
                <a:rect l="l" t="t" r="r" b="b"/>
                <a:pathLst>
                  <a:path w="1310" h="1121" extrusionOk="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5"/>
              <p:cNvSpPr/>
              <p:nvPr/>
            </p:nvSpPr>
            <p:spPr>
              <a:xfrm>
                <a:off x="6769513" y="299393"/>
                <a:ext cx="61968" cy="61747"/>
              </a:xfrm>
              <a:custGeom>
                <a:avLst/>
                <a:gdLst/>
                <a:ahLst/>
                <a:cxnLst/>
                <a:rect l="l" t="t" r="r" b="b"/>
                <a:pathLst>
                  <a:path w="1122" h="1118" extrusionOk="0">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5"/>
              <p:cNvSpPr/>
              <p:nvPr/>
            </p:nvSpPr>
            <p:spPr>
              <a:xfrm>
                <a:off x="6811985" y="339214"/>
                <a:ext cx="1266148" cy="1811765"/>
              </a:xfrm>
              <a:custGeom>
                <a:avLst/>
                <a:gdLst/>
                <a:ahLst/>
                <a:cxnLst/>
                <a:rect l="l" t="t" r="r" b="b"/>
                <a:pathLst>
                  <a:path w="22925" h="32804" extrusionOk="0">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5"/>
              <p:cNvSpPr/>
              <p:nvPr/>
            </p:nvSpPr>
            <p:spPr>
              <a:xfrm>
                <a:off x="7397589" y="777575"/>
                <a:ext cx="512976" cy="781781"/>
              </a:xfrm>
              <a:custGeom>
                <a:avLst/>
                <a:gdLst/>
                <a:ahLst/>
                <a:cxnLst/>
                <a:rect l="l" t="t" r="r" b="b"/>
                <a:pathLst>
                  <a:path w="9288" h="14155" extrusionOk="0">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5"/>
              <p:cNvSpPr/>
              <p:nvPr/>
            </p:nvSpPr>
            <p:spPr>
              <a:xfrm>
                <a:off x="7777847" y="1417359"/>
                <a:ext cx="273112" cy="431181"/>
              </a:xfrm>
              <a:custGeom>
                <a:avLst/>
                <a:gdLst/>
                <a:ahLst/>
                <a:cxnLst/>
                <a:rect l="l" t="t" r="r" b="b"/>
                <a:pathLst>
                  <a:path w="4945" h="7807" extrusionOk="0">
                    <a:moveTo>
                      <a:pt x="4824" y="1"/>
                    </a:moveTo>
                    <a:lnTo>
                      <a:pt x="4824" y="2899"/>
                    </a:lnTo>
                    <a:lnTo>
                      <a:pt x="1" y="7722"/>
                    </a:lnTo>
                    <a:lnTo>
                      <a:pt x="85" y="7806"/>
                    </a:lnTo>
                    <a:lnTo>
                      <a:pt x="4944" y="2951"/>
                    </a:lnTo>
                    <a:lnTo>
                      <a:pt x="49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7" name="Google Shape;797;p25"/>
            <p:cNvSpPr/>
            <p:nvPr/>
          </p:nvSpPr>
          <p:spPr>
            <a:xfrm rot="10800000" flipH="1">
              <a:off x="8322117" y="3604890"/>
              <a:ext cx="1464987" cy="2586938"/>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5"/>
            <p:cNvSpPr/>
            <p:nvPr/>
          </p:nvSpPr>
          <p:spPr>
            <a:xfrm rot="10800000" flipH="1">
              <a:off x="8796218" y="3575323"/>
              <a:ext cx="727762" cy="727762"/>
            </a:xfrm>
            <a:custGeom>
              <a:avLst/>
              <a:gdLst/>
              <a:ahLst/>
              <a:cxnLst/>
              <a:rect l="l" t="t" r="r" b="b"/>
              <a:pathLst>
                <a:path w="9936" h="9936" fill="none" extrusionOk="0">
                  <a:moveTo>
                    <a:pt x="8170" y="1770"/>
                  </a:moveTo>
                  <a:cubicBezTo>
                    <a:pt x="9936" y="3535"/>
                    <a:pt x="9936" y="6401"/>
                    <a:pt x="8170" y="8170"/>
                  </a:cubicBezTo>
                  <a:cubicBezTo>
                    <a:pt x="6401" y="9935"/>
                    <a:pt x="3535" y="9935"/>
                    <a:pt x="1770" y="8170"/>
                  </a:cubicBezTo>
                  <a:cubicBezTo>
                    <a:pt x="1" y="6401"/>
                    <a:pt x="1" y="3535"/>
                    <a:pt x="1770" y="1770"/>
                  </a:cubicBezTo>
                  <a:cubicBezTo>
                    <a:pt x="3535" y="0"/>
                    <a:pt x="6401" y="0"/>
                    <a:pt x="8170" y="1770"/>
                  </a:cubicBezTo>
                  <a:close/>
                </a:path>
              </a:pathLst>
            </a:custGeom>
            <a:noFill/>
            <a:ln w="19050" cap="flat" cmpd="sng">
              <a:solidFill>
                <a:schemeClr val="accent3"/>
              </a:solidFill>
              <a:prstDash val="solid"/>
              <a:miter lim="40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25">
    <p:spTree>
      <p:nvGrpSpPr>
        <p:cNvPr id="1" name="Shape 799"/>
        <p:cNvGrpSpPr/>
        <p:nvPr/>
      </p:nvGrpSpPr>
      <p:grpSpPr>
        <a:xfrm>
          <a:off x="0" y="0"/>
          <a:ext cx="0" cy="0"/>
          <a:chOff x="0" y="0"/>
          <a:chExt cx="0" cy="0"/>
        </a:xfrm>
      </p:grpSpPr>
      <p:grpSp>
        <p:nvGrpSpPr>
          <p:cNvPr id="800" name="Google Shape;800;p26"/>
          <p:cNvGrpSpPr/>
          <p:nvPr/>
        </p:nvGrpSpPr>
        <p:grpSpPr>
          <a:xfrm rot="10800000" flipH="1">
            <a:off x="8002875" y="-893617"/>
            <a:ext cx="1599393" cy="2188720"/>
            <a:chOff x="8051125" y="4018221"/>
            <a:chExt cx="1599393" cy="2188720"/>
          </a:xfrm>
        </p:grpSpPr>
        <p:sp>
          <p:nvSpPr>
            <p:cNvPr id="801" name="Google Shape;801;p26"/>
            <p:cNvSpPr/>
            <p:nvPr/>
          </p:nvSpPr>
          <p:spPr>
            <a:xfrm>
              <a:off x="8051125" y="4157250"/>
              <a:ext cx="1311339" cy="1311189"/>
            </a:xfrm>
            <a:custGeom>
              <a:avLst/>
              <a:gdLst/>
              <a:ahLst/>
              <a:cxnLst/>
              <a:rect l="l" t="t" r="r" b="b"/>
              <a:pathLst>
                <a:path w="8763" h="8762" extrusionOk="0">
                  <a:moveTo>
                    <a:pt x="8762" y="1"/>
                  </a:moveTo>
                  <a:lnTo>
                    <a:pt x="4382" y="4381"/>
                  </a:lnTo>
                  <a:lnTo>
                    <a:pt x="1" y="8762"/>
                  </a:lnTo>
                  <a:lnTo>
                    <a:pt x="2496" y="8762"/>
                  </a:lnTo>
                  <a:lnTo>
                    <a:pt x="5602" y="5657"/>
                  </a:lnTo>
                  <a:lnTo>
                    <a:pt x="8762" y="2496"/>
                  </a:lnTo>
                  <a:lnTo>
                    <a:pt x="87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2" name="Google Shape;802;p26"/>
            <p:cNvGrpSpPr/>
            <p:nvPr/>
          </p:nvGrpSpPr>
          <p:grpSpPr>
            <a:xfrm>
              <a:off x="8421632" y="4018221"/>
              <a:ext cx="1228886" cy="2188720"/>
              <a:chOff x="8389396" y="1055350"/>
              <a:chExt cx="1228886" cy="2188720"/>
            </a:xfrm>
          </p:grpSpPr>
          <p:sp>
            <p:nvSpPr>
              <p:cNvPr id="803" name="Google Shape;803;p26"/>
              <p:cNvSpPr/>
              <p:nvPr/>
            </p:nvSpPr>
            <p:spPr>
              <a:xfrm>
                <a:off x="8421616" y="1130946"/>
                <a:ext cx="1196665" cy="2113124"/>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6"/>
              <p:cNvSpPr/>
              <p:nvPr/>
            </p:nvSpPr>
            <p:spPr>
              <a:xfrm>
                <a:off x="8389396" y="1055350"/>
                <a:ext cx="95651" cy="95575"/>
              </a:xfrm>
              <a:custGeom>
                <a:avLst/>
                <a:gdLst/>
                <a:ahLst/>
                <a:cxnLst/>
                <a:rect l="l" t="t" r="r" b="b"/>
                <a:pathLst>
                  <a:path w="1374" h="1373" extrusionOk="0">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05" name="Google Shape;805;p26"/>
          <p:cNvGrpSpPr/>
          <p:nvPr/>
        </p:nvGrpSpPr>
        <p:grpSpPr>
          <a:xfrm>
            <a:off x="-2361718" y="1128115"/>
            <a:ext cx="6322114" cy="7255046"/>
            <a:chOff x="-2361718" y="747115"/>
            <a:chExt cx="6322114" cy="7255046"/>
          </a:xfrm>
        </p:grpSpPr>
        <p:grpSp>
          <p:nvGrpSpPr>
            <p:cNvPr id="806" name="Google Shape;806;p26"/>
            <p:cNvGrpSpPr/>
            <p:nvPr/>
          </p:nvGrpSpPr>
          <p:grpSpPr>
            <a:xfrm rot="10800000">
              <a:off x="-2361718" y="747115"/>
              <a:ext cx="6322114" cy="7255046"/>
              <a:chOff x="-2504900" y="1005827"/>
              <a:chExt cx="6322114" cy="7255046"/>
            </a:xfrm>
          </p:grpSpPr>
          <p:sp>
            <p:nvSpPr>
              <p:cNvPr id="807" name="Google Shape;807;p26"/>
              <p:cNvSpPr/>
              <p:nvPr/>
            </p:nvSpPr>
            <p:spPr>
              <a:xfrm>
                <a:off x="-2504900" y="1005827"/>
                <a:ext cx="6322114" cy="7255046"/>
              </a:xfrm>
              <a:custGeom>
                <a:avLst/>
                <a:gdLst/>
                <a:ahLst/>
                <a:cxnLst/>
                <a:rect l="l" t="t" r="r" b="b"/>
                <a:pathLst>
                  <a:path w="71832" h="82432" extrusionOk="0">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6"/>
              <p:cNvSpPr/>
              <p:nvPr/>
            </p:nvSpPr>
            <p:spPr>
              <a:xfrm>
                <a:off x="498666" y="3857823"/>
                <a:ext cx="1196665" cy="2113124"/>
              </a:xfrm>
              <a:custGeom>
                <a:avLst/>
                <a:gdLst/>
                <a:ahLst/>
                <a:cxnLst/>
                <a:rect l="l" t="t" r="r" b="b"/>
                <a:pathLst>
                  <a:path w="9972" h="17609" extrusionOk="0">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 name="Google Shape;809;p26"/>
            <p:cNvGrpSpPr/>
            <p:nvPr/>
          </p:nvGrpSpPr>
          <p:grpSpPr>
            <a:xfrm rot="-5400000" flipH="1">
              <a:off x="413271" y="3223016"/>
              <a:ext cx="618213" cy="306426"/>
              <a:chOff x="5989375" y="1843575"/>
              <a:chExt cx="136525" cy="67675"/>
            </a:xfrm>
          </p:grpSpPr>
          <p:sp>
            <p:nvSpPr>
              <p:cNvPr id="810" name="Google Shape;810;p26"/>
              <p:cNvSpPr/>
              <p:nvPr/>
            </p:nvSpPr>
            <p:spPr>
              <a:xfrm>
                <a:off x="6047225" y="1843575"/>
                <a:ext cx="20525" cy="20550"/>
              </a:xfrm>
              <a:custGeom>
                <a:avLst/>
                <a:gdLst/>
                <a:ahLst/>
                <a:cxnLst/>
                <a:rect l="l" t="t" r="r" b="b"/>
                <a:pathLst>
                  <a:path w="821" h="822" extrusionOk="0">
                    <a:moveTo>
                      <a:pt x="709" y="0"/>
                    </a:moveTo>
                    <a:lnTo>
                      <a:pt x="0" y="709"/>
                    </a:lnTo>
                    <a:lnTo>
                      <a:pt x="112" y="821"/>
                    </a:lnTo>
                    <a:lnTo>
                      <a:pt x="821" y="113"/>
                    </a:lnTo>
                    <a:lnTo>
                      <a:pt x="7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6"/>
              <p:cNvSpPr/>
              <p:nvPr/>
            </p:nvSpPr>
            <p:spPr>
              <a:xfrm>
                <a:off x="6047225" y="1843575"/>
                <a:ext cx="20525" cy="20550"/>
              </a:xfrm>
              <a:custGeom>
                <a:avLst/>
                <a:gdLst/>
                <a:ahLst/>
                <a:cxnLst/>
                <a:rect l="l" t="t" r="r" b="b"/>
                <a:pathLst>
                  <a:path w="821" h="822" extrusionOk="0">
                    <a:moveTo>
                      <a:pt x="112" y="0"/>
                    </a:moveTo>
                    <a:lnTo>
                      <a:pt x="0" y="113"/>
                    </a:lnTo>
                    <a:lnTo>
                      <a:pt x="709" y="821"/>
                    </a:lnTo>
                    <a:lnTo>
                      <a:pt x="821" y="709"/>
                    </a:lnTo>
                    <a:lnTo>
                      <a:pt x="1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6"/>
              <p:cNvSpPr/>
              <p:nvPr/>
            </p:nvSpPr>
            <p:spPr>
              <a:xfrm>
                <a:off x="5989475" y="1843675"/>
                <a:ext cx="20650" cy="20550"/>
              </a:xfrm>
              <a:custGeom>
                <a:avLst/>
                <a:gdLst/>
                <a:ahLst/>
                <a:cxnLst/>
                <a:rect l="l" t="t" r="r" b="b"/>
                <a:pathLst>
                  <a:path w="826" h="822" extrusionOk="0">
                    <a:moveTo>
                      <a:pt x="713" y="0"/>
                    </a:moveTo>
                    <a:lnTo>
                      <a:pt x="1" y="709"/>
                    </a:lnTo>
                    <a:lnTo>
                      <a:pt x="113" y="821"/>
                    </a:lnTo>
                    <a:lnTo>
                      <a:pt x="825" y="113"/>
                    </a:lnTo>
                    <a:lnTo>
                      <a:pt x="7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6"/>
              <p:cNvSpPr/>
              <p:nvPr/>
            </p:nvSpPr>
            <p:spPr>
              <a:xfrm>
                <a:off x="5989375" y="1843575"/>
                <a:ext cx="20650" cy="20550"/>
              </a:xfrm>
              <a:custGeom>
                <a:avLst/>
                <a:gdLst/>
                <a:ahLst/>
                <a:cxnLst/>
                <a:rect l="l" t="t" r="r" b="b"/>
                <a:pathLst>
                  <a:path w="826" h="822" extrusionOk="0">
                    <a:moveTo>
                      <a:pt x="117" y="0"/>
                    </a:moveTo>
                    <a:lnTo>
                      <a:pt x="1" y="113"/>
                    </a:lnTo>
                    <a:lnTo>
                      <a:pt x="713" y="821"/>
                    </a:lnTo>
                    <a:lnTo>
                      <a:pt x="825" y="709"/>
                    </a:lnTo>
                    <a:lnTo>
                      <a:pt x="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6"/>
              <p:cNvSpPr/>
              <p:nvPr/>
            </p:nvSpPr>
            <p:spPr>
              <a:xfrm>
                <a:off x="6105350" y="1890600"/>
                <a:ext cx="20550" cy="20650"/>
              </a:xfrm>
              <a:custGeom>
                <a:avLst/>
                <a:gdLst/>
                <a:ahLst/>
                <a:cxnLst/>
                <a:rect l="l" t="t" r="r" b="b"/>
                <a:pathLst>
                  <a:path w="822" h="826" extrusionOk="0">
                    <a:moveTo>
                      <a:pt x="709" y="1"/>
                    </a:moveTo>
                    <a:lnTo>
                      <a:pt x="1" y="713"/>
                    </a:lnTo>
                    <a:lnTo>
                      <a:pt x="113" y="825"/>
                    </a:lnTo>
                    <a:lnTo>
                      <a:pt x="821" y="113"/>
                    </a:lnTo>
                    <a:lnTo>
                      <a:pt x="7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6"/>
              <p:cNvSpPr/>
              <p:nvPr/>
            </p:nvSpPr>
            <p:spPr>
              <a:xfrm>
                <a:off x="6105350" y="1890600"/>
                <a:ext cx="20550" cy="20650"/>
              </a:xfrm>
              <a:custGeom>
                <a:avLst/>
                <a:gdLst/>
                <a:ahLst/>
                <a:cxnLst/>
                <a:rect l="l" t="t" r="r" b="b"/>
                <a:pathLst>
                  <a:path w="822" h="826" extrusionOk="0">
                    <a:moveTo>
                      <a:pt x="113" y="1"/>
                    </a:moveTo>
                    <a:lnTo>
                      <a:pt x="1" y="113"/>
                    </a:lnTo>
                    <a:lnTo>
                      <a:pt x="709" y="825"/>
                    </a:lnTo>
                    <a:lnTo>
                      <a:pt x="821" y="709"/>
                    </a:lnTo>
                    <a:lnTo>
                      <a:pt x="1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6"/>
              <p:cNvSpPr/>
              <p:nvPr/>
            </p:nvSpPr>
            <p:spPr>
              <a:xfrm>
                <a:off x="6047525" y="1890600"/>
                <a:ext cx="20625" cy="20650"/>
              </a:xfrm>
              <a:custGeom>
                <a:avLst/>
                <a:gdLst/>
                <a:ahLst/>
                <a:cxnLst/>
                <a:rect l="l" t="t" r="r" b="b"/>
                <a:pathLst>
                  <a:path w="825" h="826" extrusionOk="0">
                    <a:moveTo>
                      <a:pt x="713" y="1"/>
                    </a:moveTo>
                    <a:lnTo>
                      <a:pt x="0" y="709"/>
                    </a:lnTo>
                    <a:lnTo>
                      <a:pt x="116" y="825"/>
                    </a:lnTo>
                    <a:lnTo>
                      <a:pt x="825" y="113"/>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6"/>
              <p:cNvSpPr/>
              <p:nvPr/>
            </p:nvSpPr>
            <p:spPr>
              <a:xfrm>
                <a:off x="6047525" y="1890600"/>
                <a:ext cx="20625" cy="20650"/>
              </a:xfrm>
              <a:custGeom>
                <a:avLst/>
                <a:gdLst/>
                <a:ahLst/>
                <a:cxnLst/>
                <a:rect l="l" t="t" r="r" b="b"/>
                <a:pathLst>
                  <a:path w="825" h="826" extrusionOk="0">
                    <a:moveTo>
                      <a:pt x="112" y="1"/>
                    </a:moveTo>
                    <a:lnTo>
                      <a:pt x="0" y="113"/>
                    </a:lnTo>
                    <a:lnTo>
                      <a:pt x="713" y="825"/>
                    </a:lnTo>
                    <a:lnTo>
                      <a:pt x="825" y="709"/>
                    </a:lnTo>
                    <a:lnTo>
                      <a:pt x="1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87600"/>
            <a:ext cx="7704000" cy="592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lt1"/>
              </a:buClr>
              <a:buSzPts val="3000"/>
              <a:buFont typeface="Orbitron"/>
              <a:buNone/>
              <a:defRPr sz="3000" b="1">
                <a:solidFill>
                  <a:schemeClr val="lt1"/>
                </a:solidFill>
                <a:latin typeface="Orbitron"/>
                <a:ea typeface="Orbitron"/>
                <a:cs typeface="Orbitron"/>
                <a:sym typeface="Orbitron"/>
              </a:defRPr>
            </a:lvl1pPr>
            <a:lvl2pPr lvl="1" algn="ctr" rtl="0">
              <a:spcBef>
                <a:spcPts val="0"/>
              </a:spcBef>
              <a:spcAft>
                <a:spcPts val="0"/>
              </a:spcAft>
              <a:buClr>
                <a:schemeClr val="lt1"/>
              </a:buClr>
              <a:buSzPts val="3200"/>
              <a:buFont typeface="Orbitron"/>
              <a:buNone/>
              <a:defRPr sz="3200" b="1">
                <a:solidFill>
                  <a:schemeClr val="lt1"/>
                </a:solidFill>
                <a:latin typeface="Orbitron"/>
                <a:ea typeface="Orbitron"/>
                <a:cs typeface="Orbitron"/>
                <a:sym typeface="Orbitron"/>
              </a:defRPr>
            </a:lvl2pPr>
            <a:lvl3pPr lvl="2" algn="ctr" rtl="0">
              <a:spcBef>
                <a:spcPts val="0"/>
              </a:spcBef>
              <a:spcAft>
                <a:spcPts val="0"/>
              </a:spcAft>
              <a:buClr>
                <a:schemeClr val="lt1"/>
              </a:buClr>
              <a:buSzPts val="3200"/>
              <a:buFont typeface="Orbitron"/>
              <a:buNone/>
              <a:defRPr sz="3200" b="1">
                <a:solidFill>
                  <a:schemeClr val="lt1"/>
                </a:solidFill>
                <a:latin typeface="Orbitron"/>
                <a:ea typeface="Orbitron"/>
                <a:cs typeface="Orbitron"/>
                <a:sym typeface="Orbitron"/>
              </a:defRPr>
            </a:lvl3pPr>
            <a:lvl4pPr lvl="3" algn="ctr" rtl="0">
              <a:spcBef>
                <a:spcPts val="0"/>
              </a:spcBef>
              <a:spcAft>
                <a:spcPts val="0"/>
              </a:spcAft>
              <a:buClr>
                <a:schemeClr val="lt1"/>
              </a:buClr>
              <a:buSzPts val="3200"/>
              <a:buFont typeface="Orbitron"/>
              <a:buNone/>
              <a:defRPr sz="3200" b="1">
                <a:solidFill>
                  <a:schemeClr val="lt1"/>
                </a:solidFill>
                <a:latin typeface="Orbitron"/>
                <a:ea typeface="Orbitron"/>
                <a:cs typeface="Orbitron"/>
                <a:sym typeface="Orbitron"/>
              </a:defRPr>
            </a:lvl4pPr>
            <a:lvl5pPr lvl="4" algn="ctr" rtl="0">
              <a:spcBef>
                <a:spcPts val="0"/>
              </a:spcBef>
              <a:spcAft>
                <a:spcPts val="0"/>
              </a:spcAft>
              <a:buClr>
                <a:schemeClr val="lt1"/>
              </a:buClr>
              <a:buSzPts val="3200"/>
              <a:buFont typeface="Orbitron"/>
              <a:buNone/>
              <a:defRPr sz="3200" b="1">
                <a:solidFill>
                  <a:schemeClr val="lt1"/>
                </a:solidFill>
                <a:latin typeface="Orbitron"/>
                <a:ea typeface="Orbitron"/>
                <a:cs typeface="Orbitron"/>
                <a:sym typeface="Orbitron"/>
              </a:defRPr>
            </a:lvl5pPr>
            <a:lvl6pPr lvl="5" algn="ctr" rtl="0">
              <a:spcBef>
                <a:spcPts val="0"/>
              </a:spcBef>
              <a:spcAft>
                <a:spcPts val="0"/>
              </a:spcAft>
              <a:buClr>
                <a:schemeClr val="lt1"/>
              </a:buClr>
              <a:buSzPts val="3200"/>
              <a:buFont typeface="Orbitron"/>
              <a:buNone/>
              <a:defRPr sz="3200" b="1">
                <a:solidFill>
                  <a:schemeClr val="lt1"/>
                </a:solidFill>
                <a:latin typeface="Orbitron"/>
                <a:ea typeface="Orbitron"/>
                <a:cs typeface="Orbitron"/>
                <a:sym typeface="Orbitron"/>
              </a:defRPr>
            </a:lvl6pPr>
            <a:lvl7pPr lvl="6" algn="ctr" rtl="0">
              <a:spcBef>
                <a:spcPts val="0"/>
              </a:spcBef>
              <a:spcAft>
                <a:spcPts val="0"/>
              </a:spcAft>
              <a:buClr>
                <a:schemeClr val="lt1"/>
              </a:buClr>
              <a:buSzPts val="3200"/>
              <a:buFont typeface="Orbitron"/>
              <a:buNone/>
              <a:defRPr sz="3200" b="1">
                <a:solidFill>
                  <a:schemeClr val="lt1"/>
                </a:solidFill>
                <a:latin typeface="Orbitron"/>
                <a:ea typeface="Orbitron"/>
                <a:cs typeface="Orbitron"/>
                <a:sym typeface="Orbitron"/>
              </a:defRPr>
            </a:lvl7pPr>
            <a:lvl8pPr lvl="7" algn="ctr" rtl="0">
              <a:spcBef>
                <a:spcPts val="0"/>
              </a:spcBef>
              <a:spcAft>
                <a:spcPts val="0"/>
              </a:spcAft>
              <a:buClr>
                <a:schemeClr val="lt1"/>
              </a:buClr>
              <a:buSzPts val="3200"/>
              <a:buFont typeface="Orbitron"/>
              <a:buNone/>
              <a:defRPr sz="3200" b="1">
                <a:solidFill>
                  <a:schemeClr val="lt1"/>
                </a:solidFill>
                <a:latin typeface="Orbitron"/>
                <a:ea typeface="Orbitron"/>
                <a:cs typeface="Orbitron"/>
                <a:sym typeface="Orbitron"/>
              </a:defRPr>
            </a:lvl8pPr>
            <a:lvl9pPr lvl="8" algn="ctr" rtl="0">
              <a:spcBef>
                <a:spcPts val="0"/>
              </a:spcBef>
              <a:spcAft>
                <a:spcPts val="0"/>
              </a:spcAft>
              <a:buClr>
                <a:schemeClr val="lt1"/>
              </a:buClr>
              <a:buSzPts val="3200"/>
              <a:buFont typeface="Orbitron"/>
              <a:buNone/>
              <a:defRPr sz="3200" b="1">
                <a:solidFill>
                  <a:schemeClr val="lt1"/>
                </a:solidFill>
                <a:latin typeface="Orbitron"/>
                <a:ea typeface="Orbitron"/>
                <a:cs typeface="Orbitron"/>
                <a:sym typeface="Orbitron"/>
              </a:defRPr>
            </a:lvl9pPr>
          </a:lstStyle>
          <a:p>
            <a:endParaRPr/>
          </a:p>
        </p:txBody>
      </p:sp>
      <p:sp>
        <p:nvSpPr>
          <p:cNvPr id="7" name="Google Shape;7;p1"/>
          <p:cNvSpPr txBox="1">
            <a:spLocks noGrp="1"/>
          </p:cNvSpPr>
          <p:nvPr>
            <p:ph type="body" idx="1"/>
          </p:nvPr>
        </p:nvSpPr>
        <p:spPr>
          <a:xfrm>
            <a:off x="720000" y="1300850"/>
            <a:ext cx="7704000" cy="3267900"/>
          </a:xfrm>
          <a:prstGeom prst="rect">
            <a:avLst/>
          </a:prstGeom>
          <a:noFill/>
          <a:ln>
            <a:noFill/>
          </a:ln>
        </p:spPr>
        <p:txBody>
          <a:bodyPr spcFirstLastPara="1" wrap="square" lIns="91425" tIns="91425" rIns="91425" bIns="91425" anchor="ctr" anchorCtr="0">
            <a:noAutofit/>
          </a:bodyPr>
          <a:lstStyle>
            <a:lvl1pPr marL="457200" lvl="0" indent="-323850">
              <a:lnSpc>
                <a:spcPct val="100000"/>
              </a:lnSpc>
              <a:spcBef>
                <a:spcPts val="0"/>
              </a:spcBef>
              <a:spcAft>
                <a:spcPts val="0"/>
              </a:spcAft>
              <a:buClr>
                <a:schemeClr val="dk2"/>
              </a:buClr>
              <a:buSzPts val="1500"/>
              <a:buFont typeface="Roboto"/>
              <a:buChar char="●"/>
              <a:defRPr sz="1500">
                <a:solidFill>
                  <a:schemeClr val="lt1"/>
                </a:solidFill>
                <a:latin typeface="Roboto"/>
                <a:ea typeface="Roboto"/>
                <a:cs typeface="Roboto"/>
                <a:sym typeface="Roboto"/>
              </a:defRPr>
            </a:lvl1pPr>
            <a:lvl2pPr marL="914400" lvl="1" indent="-32385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2pPr>
            <a:lvl3pPr marL="1371600" lvl="2" indent="-32385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3pPr>
            <a:lvl4pPr marL="1828800" lvl="3" indent="-32385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4pPr>
            <a:lvl5pPr marL="2286000" lvl="4" indent="-32385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5pPr>
            <a:lvl6pPr marL="2743200" lvl="5" indent="-32385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6pPr>
            <a:lvl7pPr marL="3200400" lvl="6" indent="-32385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7pPr>
            <a:lvl8pPr marL="3657600" lvl="7" indent="-32385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8pPr>
            <a:lvl9pPr marL="4114800" lvl="8" indent="-32385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6" r:id="rId6"/>
    <p:sldLayoutId id="2147483657" r:id="rId7"/>
    <p:sldLayoutId id="2147483658" r:id="rId8"/>
    <p:sldLayoutId id="2147483659" r:id="rId9"/>
    <p:sldLayoutId id="2147483660" r:id="rId10"/>
    <p:sldLayoutId id="2147483665" r:id="rId11"/>
    <p:sldLayoutId id="2147483670" r:id="rId12"/>
    <p:sldLayoutId id="2147483671" r:id="rId13"/>
    <p:sldLayoutId id="214748367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30"/>
          <p:cNvSpPr/>
          <p:nvPr/>
        </p:nvSpPr>
        <p:spPr>
          <a:xfrm>
            <a:off x="12812293" y="872774"/>
            <a:ext cx="144983" cy="272315"/>
          </a:xfrm>
          <a:custGeom>
            <a:avLst/>
            <a:gdLst/>
            <a:ahLst/>
            <a:cxnLst/>
            <a:rect l="l" t="t" r="r" b="b"/>
            <a:pathLst>
              <a:path w="739" h="1388" extrusionOk="0">
                <a:moveTo>
                  <a:pt x="36" y="1"/>
                </a:moveTo>
                <a:cubicBezTo>
                  <a:pt x="27" y="1"/>
                  <a:pt x="18" y="7"/>
                  <a:pt x="12" y="18"/>
                </a:cubicBezTo>
                <a:cubicBezTo>
                  <a:pt x="1" y="30"/>
                  <a:pt x="1" y="42"/>
                  <a:pt x="12" y="54"/>
                </a:cubicBezTo>
                <a:cubicBezTo>
                  <a:pt x="405" y="590"/>
                  <a:pt x="679" y="1352"/>
                  <a:pt x="703" y="1364"/>
                </a:cubicBezTo>
                <a:cubicBezTo>
                  <a:pt x="679" y="1388"/>
                  <a:pt x="715" y="1388"/>
                  <a:pt x="727" y="1388"/>
                </a:cubicBezTo>
                <a:cubicBezTo>
                  <a:pt x="739" y="1364"/>
                  <a:pt x="739" y="1352"/>
                  <a:pt x="739" y="1340"/>
                </a:cubicBezTo>
                <a:cubicBezTo>
                  <a:pt x="739" y="1328"/>
                  <a:pt x="453" y="554"/>
                  <a:pt x="60" y="18"/>
                </a:cubicBezTo>
                <a:cubicBezTo>
                  <a:pt x="54" y="7"/>
                  <a:pt x="45" y="1"/>
                  <a:pt x="36" y="1"/>
                </a:cubicBezTo>
                <a:close/>
              </a:path>
            </a:pathLst>
          </a:custGeom>
          <a:solidFill>
            <a:srgbClr val="FEF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0"/>
          <p:cNvSpPr/>
          <p:nvPr/>
        </p:nvSpPr>
        <p:spPr>
          <a:xfrm>
            <a:off x="12634741" y="984406"/>
            <a:ext cx="165975" cy="226210"/>
          </a:xfrm>
          <a:custGeom>
            <a:avLst/>
            <a:gdLst/>
            <a:ahLst/>
            <a:cxnLst/>
            <a:rect l="l" t="t" r="r" b="b"/>
            <a:pathLst>
              <a:path w="846" h="1153" extrusionOk="0">
                <a:moveTo>
                  <a:pt x="804" y="0"/>
                </a:moveTo>
                <a:cubicBezTo>
                  <a:pt x="798" y="0"/>
                  <a:pt x="792" y="3"/>
                  <a:pt x="786" y="9"/>
                </a:cubicBezTo>
                <a:cubicBezTo>
                  <a:pt x="751" y="21"/>
                  <a:pt x="179" y="497"/>
                  <a:pt x="1" y="1116"/>
                </a:cubicBezTo>
                <a:cubicBezTo>
                  <a:pt x="1" y="1128"/>
                  <a:pt x="1" y="1140"/>
                  <a:pt x="24" y="1152"/>
                </a:cubicBezTo>
                <a:cubicBezTo>
                  <a:pt x="24" y="1140"/>
                  <a:pt x="36" y="1140"/>
                  <a:pt x="60" y="1140"/>
                </a:cubicBezTo>
                <a:lnTo>
                  <a:pt x="72" y="1128"/>
                </a:lnTo>
                <a:cubicBezTo>
                  <a:pt x="251" y="533"/>
                  <a:pt x="822" y="57"/>
                  <a:pt x="822" y="57"/>
                </a:cubicBezTo>
                <a:cubicBezTo>
                  <a:pt x="846" y="45"/>
                  <a:pt x="846" y="21"/>
                  <a:pt x="822" y="9"/>
                </a:cubicBezTo>
                <a:cubicBezTo>
                  <a:pt x="816" y="3"/>
                  <a:pt x="810" y="0"/>
                  <a:pt x="804" y="0"/>
                </a:cubicBezTo>
                <a:close/>
              </a:path>
            </a:pathLst>
          </a:custGeom>
          <a:solidFill>
            <a:srgbClr val="FEF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0"/>
          <p:cNvSpPr/>
          <p:nvPr/>
        </p:nvSpPr>
        <p:spPr>
          <a:xfrm>
            <a:off x="12359096" y="2644566"/>
            <a:ext cx="116928" cy="53953"/>
          </a:xfrm>
          <a:custGeom>
            <a:avLst/>
            <a:gdLst/>
            <a:ahLst/>
            <a:cxnLst/>
            <a:rect l="l" t="t" r="r" b="b"/>
            <a:pathLst>
              <a:path w="596" h="275" fill="none" extrusionOk="0">
                <a:moveTo>
                  <a:pt x="1" y="274"/>
                </a:moveTo>
                <a:cubicBezTo>
                  <a:pt x="191" y="179"/>
                  <a:pt x="394" y="96"/>
                  <a:pt x="596" y="0"/>
                </a:cubicBezTo>
              </a:path>
            </a:pathLst>
          </a:custGeom>
          <a:noFill/>
          <a:ln w="4475" cap="rnd" cmpd="sng">
            <a:solidFill>
              <a:srgbClr val="2AB59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0"/>
          <p:cNvSpPr txBox="1">
            <a:spLocks noGrp="1"/>
          </p:cNvSpPr>
          <p:nvPr>
            <p:ph type="ctrTitle"/>
          </p:nvPr>
        </p:nvSpPr>
        <p:spPr>
          <a:xfrm>
            <a:off x="1296163" y="1263600"/>
            <a:ext cx="6551700" cy="215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Capteur de CO2</a:t>
            </a:r>
            <a:endParaRPr dirty="0"/>
          </a:p>
        </p:txBody>
      </p:sp>
      <p:sp>
        <p:nvSpPr>
          <p:cNvPr id="832" name="Google Shape;832;p30"/>
          <p:cNvSpPr txBox="1">
            <a:spLocks noGrp="1"/>
          </p:cNvSpPr>
          <p:nvPr>
            <p:ph type="subTitle" idx="1"/>
          </p:nvPr>
        </p:nvSpPr>
        <p:spPr>
          <a:xfrm>
            <a:off x="1296138" y="3416400"/>
            <a:ext cx="6551700" cy="463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Nicolas</a:t>
            </a:r>
            <a:endParaRPr dirty="0"/>
          </a:p>
        </p:txBody>
      </p:sp>
      <p:grpSp>
        <p:nvGrpSpPr>
          <p:cNvPr id="833" name="Google Shape;833;p30"/>
          <p:cNvGrpSpPr/>
          <p:nvPr/>
        </p:nvGrpSpPr>
        <p:grpSpPr>
          <a:xfrm>
            <a:off x="888012" y="1440674"/>
            <a:ext cx="300359" cy="299855"/>
            <a:chOff x="1466575" y="2391250"/>
            <a:chExt cx="59575" cy="59475"/>
          </a:xfrm>
        </p:grpSpPr>
        <p:sp>
          <p:nvSpPr>
            <p:cNvPr id="834" name="Google Shape;834;p30"/>
            <p:cNvSpPr/>
            <p:nvPr/>
          </p:nvSpPr>
          <p:spPr>
            <a:xfrm>
              <a:off x="1491600" y="2391250"/>
              <a:ext cx="9425" cy="59475"/>
            </a:xfrm>
            <a:custGeom>
              <a:avLst/>
              <a:gdLst/>
              <a:ahLst/>
              <a:cxnLst/>
              <a:rect l="l" t="t" r="r" b="b"/>
              <a:pathLst>
                <a:path w="377" h="2379" extrusionOk="0">
                  <a:moveTo>
                    <a:pt x="0" y="1"/>
                  </a:moveTo>
                  <a:lnTo>
                    <a:pt x="0" y="2379"/>
                  </a:lnTo>
                  <a:lnTo>
                    <a:pt x="377" y="2379"/>
                  </a:lnTo>
                  <a:lnTo>
                    <a:pt x="3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0"/>
            <p:cNvSpPr/>
            <p:nvPr/>
          </p:nvSpPr>
          <p:spPr>
            <a:xfrm>
              <a:off x="1466575" y="2416275"/>
              <a:ext cx="59575" cy="9425"/>
            </a:xfrm>
            <a:custGeom>
              <a:avLst/>
              <a:gdLst/>
              <a:ahLst/>
              <a:cxnLst/>
              <a:rect l="l" t="t" r="r" b="b"/>
              <a:pathLst>
                <a:path w="2383" h="377" extrusionOk="0">
                  <a:moveTo>
                    <a:pt x="1" y="1"/>
                  </a:moveTo>
                  <a:lnTo>
                    <a:pt x="1" y="377"/>
                  </a:lnTo>
                  <a:lnTo>
                    <a:pt x="2382" y="377"/>
                  </a:lnTo>
                  <a:lnTo>
                    <a:pt x="23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32"/>
          <p:cNvSpPr txBox="1">
            <a:spLocks noGrp="1"/>
          </p:cNvSpPr>
          <p:nvPr>
            <p:ph type="title" idx="9"/>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SOMMAIRE</a:t>
            </a:r>
            <a:endParaRPr dirty="0"/>
          </a:p>
        </p:txBody>
      </p:sp>
      <p:sp>
        <p:nvSpPr>
          <p:cNvPr id="847" name="Google Shape;847;p32"/>
          <p:cNvSpPr txBox="1">
            <a:spLocks noGrp="1"/>
          </p:cNvSpPr>
          <p:nvPr>
            <p:ph type="title"/>
          </p:nvPr>
        </p:nvSpPr>
        <p:spPr>
          <a:xfrm>
            <a:off x="2100875" y="1278011"/>
            <a:ext cx="1084800" cy="52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848" name="Google Shape;848;p32"/>
          <p:cNvSpPr txBox="1">
            <a:spLocks noGrp="1"/>
          </p:cNvSpPr>
          <p:nvPr>
            <p:ph type="subTitle" idx="1"/>
          </p:nvPr>
        </p:nvSpPr>
        <p:spPr>
          <a:xfrm>
            <a:off x="1234025" y="1849391"/>
            <a:ext cx="28185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CONTRAINTES</a:t>
            </a:r>
            <a:endParaRPr dirty="0"/>
          </a:p>
        </p:txBody>
      </p:sp>
      <p:sp>
        <p:nvSpPr>
          <p:cNvPr id="849" name="Google Shape;849;p32"/>
          <p:cNvSpPr txBox="1">
            <a:spLocks noGrp="1"/>
          </p:cNvSpPr>
          <p:nvPr>
            <p:ph type="subTitle" idx="2"/>
          </p:nvPr>
        </p:nvSpPr>
        <p:spPr>
          <a:xfrm>
            <a:off x="1234025" y="2249636"/>
            <a:ext cx="2818500" cy="59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Présentation du cahier des charges et autres planification</a:t>
            </a:r>
            <a:endParaRPr dirty="0"/>
          </a:p>
        </p:txBody>
      </p:sp>
      <p:sp>
        <p:nvSpPr>
          <p:cNvPr id="850" name="Google Shape;850;p32"/>
          <p:cNvSpPr txBox="1">
            <a:spLocks noGrp="1"/>
          </p:cNvSpPr>
          <p:nvPr>
            <p:ph type="title" idx="3"/>
          </p:nvPr>
        </p:nvSpPr>
        <p:spPr>
          <a:xfrm>
            <a:off x="5958325" y="1278011"/>
            <a:ext cx="1084800" cy="52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851" name="Google Shape;851;p32"/>
          <p:cNvSpPr txBox="1">
            <a:spLocks noGrp="1"/>
          </p:cNvSpPr>
          <p:nvPr>
            <p:ph type="subTitle" idx="4"/>
          </p:nvPr>
        </p:nvSpPr>
        <p:spPr>
          <a:xfrm>
            <a:off x="5091475" y="1849391"/>
            <a:ext cx="28185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PROJET</a:t>
            </a:r>
            <a:endParaRPr dirty="0"/>
          </a:p>
        </p:txBody>
      </p:sp>
      <p:sp>
        <p:nvSpPr>
          <p:cNvPr id="852" name="Google Shape;852;p32"/>
          <p:cNvSpPr txBox="1">
            <a:spLocks noGrp="1"/>
          </p:cNvSpPr>
          <p:nvPr>
            <p:ph type="subTitle" idx="5"/>
          </p:nvPr>
        </p:nvSpPr>
        <p:spPr>
          <a:xfrm>
            <a:off x="5091475" y="2249636"/>
            <a:ext cx="2818500" cy="59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Présentation global du projet</a:t>
            </a:r>
            <a:endParaRPr dirty="0"/>
          </a:p>
        </p:txBody>
      </p:sp>
      <p:sp>
        <p:nvSpPr>
          <p:cNvPr id="853" name="Google Shape;853;p32"/>
          <p:cNvSpPr txBox="1">
            <a:spLocks noGrp="1"/>
          </p:cNvSpPr>
          <p:nvPr>
            <p:ph type="title" idx="6"/>
          </p:nvPr>
        </p:nvSpPr>
        <p:spPr>
          <a:xfrm>
            <a:off x="2100875" y="3002952"/>
            <a:ext cx="1084800" cy="52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854" name="Google Shape;854;p32"/>
          <p:cNvSpPr txBox="1">
            <a:spLocks noGrp="1"/>
          </p:cNvSpPr>
          <p:nvPr>
            <p:ph type="subTitle" idx="7"/>
          </p:nvPr>
        </p:nvSpPr>
        <p:spPr>
          <a:xfrm>
            <a:off x="1003777" y="3574317"/>
            <a:ext cx="310071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PROGRAMMATION</a:t>
            </a:r>
            <a:endParaRPr dirty="0"/>
          </a:p>
        </p:txBody>
      </p:sp>
      <p:sp>
        <p:nvSpPr>
          <p:cNvPr id="855" name="Google Shape;855;p32"/>
          <p:cNvSpPr txBox="1">
            <a:spLocks noGrp="1"/>
          </p:cNvSpPr>
          <p:nvPr>
            <p:ph type="subTitle" idx="8"/>
          </p:nvPr>
        </p:nvSpPr>
        <p:spPr>
          <a:xfrm>
            <a:off x="1234025" y="3974562"/>
            <a:ext cx="2818500" cy="59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Présentation du programme</a:t>
            </a:r>
            <a:endParaRPr dirty="0"/>
          </a:p>
        </p:txBody>
      </p:sp>
      <p:sp>
        <p:nvSpPr>
          <p:cNvPr id="856" name="Google Shape;856;p32"/>
          <p:cNvSpPr txBox="1">
            <a:spLocks noGrp="1"/>
          </p:cNvSpPr>
          <p:nvPr>
            <p:ph type="title" idx="13"/>
          </p:nvPr>
        </p:nvSpPr>
        <p:spPr>
          <a:xfrm>
            <a:off x="5958325" y="3002952"/>
            <a:ext cx="1084800" cy="52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857" name="Google Shape;857;p32"/>
          <p:cNvSpPr txBox="1">
            <a:spLocks noGrp="1"/>
          </p:cNvSpPr>
          <p:nvPr>
            <p:ph type="subTitle" idx="14"/>
          </p:nvPr>
        </p:nvSpPr>
        <p:spPr>
          <a:xfrm>
            <a:off x="5091475" y="3574317"/>
            <a:ext cx="28185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QUESTION</a:t>
            </a:r>
            <a:endParaRPr dirty="0"/>
          </a:p>
        </p:txBody>
      </p:sp>
      <p:sp>
        <p:nvSpPr>
          <p:cNvPr id="858" name="Google Shape;858;p32"/>
          <p:cNvSpPr txBox="1">
            <a:spLocks noGrp="1"/>
          </p:cNvSpPr>
          <p:nvPr>
            <p:ph type="subTitle" idx="15"/>
          </p:nvPr>
        </p:nvSpPr>
        <p:spPr>
          <a:xfrm>
            <a:off x="5091475" y="3974562"/>
            <a:ext cx="2818500" cy="59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Présentation de la question ainsi que conclusion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5"/>
          <p:cNvSpPr txBox="1">
            <a:spLocks noGrp="1"/>
          </p:cNvSpPr>
          <p:nvPr>
            <p:ph type="title"/>
          </p:nvPr>
        </p:nvSpPr>
        <p:spPr>
          <a:xfrm>
            <a:off x="1320300" y="2096633"/>
            <a:ext cx="6503400" cy="105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CONTRAINTES</a:t>
            </a:r>
            <a:endParaRPr dirty="0"/>
          </a:p>
        </p:txBody>
      </p:sp>
      <p:sp>
        <p:nvSpPr>
          <p:cNvPr id="886" name="Google Shape;886;p35"/>
          <p:cNvSpPr txBox="1">
            <a:spLocks noGrp="1"/>
          </p:cNvSpPr>
          <p:nvPr>
            <p:ph type="title" idx="2"/>
          </p:nvPr>
        </p:nvSpPr>
        <p:spPr>
          <a:xfrm>
            <a:off x="3915450" y="1163052"/>
            <a:ext cx="1313100" cy="77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887" name="Google Shape;887;p35"/>
          <p:cNvSpPr txBox="1">
            <a:spLocks noGrp="1"/>
          </p:cNvSpPr>
          <p:nvPr>
            <p:ph type="subTitle" idx="1"/>
          </p:nvPr>
        </p:nvSpPr>
        <p:spPr>
          <a:xfrm>
            <a:off x="3052350" y="3267278"/>
            <a:ext cx="3039300" cy="69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Présentation du cahier des charges et autres planification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44"/>
          <p:cNvSpPr txBox="1">
            <a:spLocks noGrp="1"/>
          </p:cNvSpPr>
          <p:nvPr>
            <p:ph type="title"/>
          </p:nvPr>
        </p:nvSpPr>
        <p:spPr>
          <a:xfrm>
            <a:off x="822150" y="899383"/>
            <a:ext cx="7499700" cy="125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Pourquoi ?</a:t>
            </a:r>
            <a:endParaRPr sz="4000" dirty="0"/>
          </a:p>
        </p:txBody>
      </p:sp>
      <p:sp>
        <p:nvSpPr>
          <p:cNvPr id="1082" name="Google Shape;1082;p44"/>
          <p:cNvSpPr txBox="1">
            <a:spLocks noGrp="1"/>
          </p:cNvSpPr>
          <p:nvPr>
            <p:ph type="subTitle" idx="1"/>
          </p:nvPr>
        </p:nvSpPr>
        <p:spPr>
          <a:xfrm flipH="1">
            <a:off x="822150" y="2864864"/>
            <a:ext cx="7499700" cy="39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Pandémie de COVID-19,  </a:t>
            </a:r>
          </a:p>
          <a:p>
            <a:pPr marL="285750" lvl="0" indent="-285750" algn="ctr" rtl="0">
              <a:spcBef>
                <a:spcPts val="0"/>
              </a:spcBef>
              <a:spcAft>
                <a:spcPts val="0"/>
              </a:spcAft>
              <a:buFont typeface="Arial" panose="020B0604020202020204" pitchFamily="34" charset="0"/>
              <a:buChar char="•"/>
            </a:pPr>
            <a:r>
              <a:rPr lang="en" dirty="0"/>
              <a:t>+ Taux de CO2 élevé = + De transmission du virus.</a:t>
            </a:r>
          </a:p>
          <a:p>
            <a:pPr marL="0" lvl="0" indent="0" algn="ctr" rtl="0">
              <a:spcBef>
                <a:spcPts val="0"/>
              </a:spcBef>
              <a:spcAft>
                <a:spcPts val="0"/>
              </a:spcAft>
            </a:pPr>
            <a:r>
              <a:rPr lang="en" u="sng" dirty="0"/>
              <a:t>Échelle :</a:t>
            </a:r>
            <a:r>
              <a:rPr lang="en" dirty="0"/>
              <a:t> </a:t>
            </a:r>
          </a:p>
          <a:p>
            <a:pPr marL="285750" lvl="0" indent="-285750" algn="ctr" rtl="0">
              <a:spcBef>
                <a:spcPts val="0"/>
              </a:spcBef>
              <a:spcAft>
                <a:spcPts val="0"/>
              </a:spcAft>
              <a:buFont typeface="Arial" panose="020B0604020202020204" pitchFamily="34" charset="0"/>
              <a:buChar char="•"/>
            </a:pPr>
            <a:r>
              <a:rPr lang="en" dirty="0"/>
              <a:t>400-600ppm &gt; Bon | Air extérieur</a:t>
            </a:r>
          </a:p>
          <a:p>
            <a:pPr marL="285750" lvl="0" indent="-285750" algn="ctr" rtl="0">
              <a:spcBef>
                <a:spcPts val="0"/>
              </a:spcBef>
              <a:spcAft>
                <a:spcPts val="0"/>
              </a:spcAft>
              <a:buFont typeface="Arial" panose="020B0604020202020204" pitchFamily="34" charset="0"/>
              <a:buChar char="•"/>
            </a:pPr>
            <a:r>
              <a:rPr lang="en" dirty="0"/>
              <a:t>600-800 &gt; Moyen | Surveiller le capteur</a:t>
            </a:r>
          </a:p>
          <a:p>
            <a:pPr marL="285750" lvl="0" indent="-285750" algn="ctr" rtl="0">
              <a:spcBef>
                <a:spcPts val="0"/>
              </a:spcBef>
              <a:spcAft>
                <a:spcPts val="0"/>
              </a:spcAft>
              <a:buFont typeface="Arial" panose="020B0604020202020204" pitchFamily="34" charset="0"/>
              <a:buChar char="•"/>
            </a:pPr>
            <a:r>
              <a:rPr lang="en" dirty="0"/>
              <a:t>1200-5000 &gt; Mauvais - Critique | Renouveller l’air</a:t>
            </a:r>
            <a:endParaRPr dirty="0"/>
          </a:p>
        </p:txBody>
      </p:sp>
    </p:spTree>
    <p:extLst>
      <p:ext uri="{BB962C8B-B14F-4D97-AF65-F5344CB8AC3E}">
        <p14:creationId xmlns:p14="http://schemas.microsoft.com/office/powerpoint/2010/main" val="4128300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4"/>
        <p:cNvGrpSpPr/>
        <p:nvPr/>
      </p:nvGrpSpPr>
      <p:grpSpPr>
        <a:xfrm>
          <a:off x="0" y="0"/>
          <a:ext cx="0" cy="0"/>
          <a:chOff x="0" y="0"/>
          <a:chExt cx="0" cy="0"/>
        </a:xfrm>
      </p:grpSpPr>
      <p:sp>
        <p:nvSpPr>
          <p:cNvPr id="4" name="Rectangle 3">
            <a:extLst>
              <a:ext uri="{FF2B5EF4-FFF2-40B4-BE49-F238E27FC236}">
                <a16:creationId xmlns:a16="http://schemas.microsoft.com/office/drawing/2014/main" id="{B05D0559-0F71-95E1-3D0B-77FA8370CDD3}"/>
              </a:ext>
            </a:extLst>
          </p:cNvPr>
          <p:cNvSpPr/>
          <p:nvPr/>
        </p:nvSpPr>
        <p:spPr>
          <a:xfrm>
            <a:off x="0" y="0"/>
            <a:ext cx="9144000" cy="51435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C003763D-5C70-7F67-FEE1-4B210243452A}"/>
              </a:ext>
            </a:extLst>
          </p:cNvPr>
          <p:cNvPicPr>
            <a:picLocks noChangeAspect="1"/>
          </p:cNvPicPr>
          <p:nvPr/>
        </p:nvPicPr>
        <p:blipFill>
          <a:blip r:embed="rId4"/>
          <a:stretch>
            <a:fillRect/>
          </a:stretch>
        </p:blipFill>
        <p:spPr>
          <a:xfrm>
            <a:off x="1019925" y="1429970"/>
            <a:ext cx="5818191" cy="3385585"/>
          </a:xfrm>
          <a:prstGeom prst="rect">
            <a:avLst/>
          </a:prstGeom>
        </p:spPr>
      </p:pic>
      <p:sp>
        <p:nvSpPr>
          <p:cNvPr id="1115" name="Google Shape;1115;p47"/>
          <p:cNvSpPr/>
          <p:nvPr/>
        </p:nvSpPr>
        <p:spPr>
          <a:xfrm>
            <a:off x="0" y="429080"/>
            <a:ext cx="6206400" cy="101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7"/>
          <p:cNvSpPr txBox="1">
            <a:spLocks noGrp="1"/>
          </p:cNvSpPr>
          <p:nvPr>
            <p:ph type="title"/>
          </p:nvPr>
        </p:nvSpPr>
        <p:spPr>
          <a:xfrm>
            <a:off x="720000" y="387600"/>
            <a:ext cx="5781300" cy="101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DIAGRAMME SYSML</a:t>
            </a:r>
            <a:br>
              <a:rPr lang="en" dirty="0"/>
            </a:br>
            <a:r>
              <a:rPr lang="en" sz="1500" dirty="0"/>
              <a:t>Classe maternelle</a:t>
            </a:r>
            <a:endParaRPr sz="1500" dirty="0"/>
          </a:p>
        </p:txBody>
      </p:sp>
      <p:grpSp>
        <p:nvGrpSpPr>
          <p:cNvPr id="1117" name="Google Shape;1117;p47"/>
          <p:cNvGrpSpPr/>
          <p:nvPr/>
        </p:nvGrpSpPr>
        <p:grpSpPr>
          <a:xfrm>
            <a:off x="7667993" y="3122764"/>
            <a:ext cx="3128310" cy="3388330"/>
            <a:chOff x="7667993" y="3122764"/>
            <a:chExt cx="3128310" cy="3388330"/>
          </a:xfrm>
        </p:grpSpPr>
        <p:sp>
          <p:nvSpPr>
            <p:cNvPr id="1118" name="Google Shape;1118;p47"/>
            <p:cNvSpPr/>
            <p:nvPr/>
          </p:nvSpPr>
          <p:spPr>
            <a:xfrm rot="-5400000" flipH="1">
              <a:off x="7145125" y="3645632"/>
              <a:ext cx="2552998" cy="1507261"/>
            </a:xfrm>
            <a:custGeom>
              <a:avLst/>
              <a:gdLst/>
              <a:ahLst/>
              <a:cxnLst/>
              <a:rect l="l" t="t" r="r" b="b"/>
              <a:pathLst>
                <a:path w="17209" h="10160" extrusionOk="0">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9" name="Google Shape;1119;p47"/>
            <p:cNvGrpSpPr/>
            <p:nvPr/>
          </p:nvGrpSpPr>
          <p:grpSpPr>
            <a:xfrm rot="10800000">
              <a:off x="8421626" y="4008544"/>
              <a:ext cx="2374678" cy="2502550"/>
              <a:chOff x="2011428" y="602777"/>
              <a:chExt cx="774292" cy="815987"/>
            </a:xfrm>
          </p:grpSpPr>
          <p:sp>
            <p:nvSpPr>
              <p:cNvPr id="1120" name="Google Shape;1120;p47"/>
              <p:cNvSpPr/>
              <p:nvPr/>
            </p:nvSpPr>
            <p:spPr>
              <a:xfrm>
                <a:off x="2751470" y="1215132"/>
                <a:ext cx="15618" cy="109191"/>
              </a:xfrm>
              <a:custGeom>
                <a:avLst/>
                <a:gdLst/>
                <a:ahLst/>
                <a:cxnLst/>
                <a:rect l="l" t="t" r="r" b="b"/>
                <a:pathLst>
                  <a:path w="342" h="2391" extrusionOk="0">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7"/>
              <p:cNvSpPr/>
              <p:nvPr/>
            </p:nvSpPr>
            <p:spPr>
              <a:xfrm>
                <a:off x="2157107" y="742702"/>
                <a:ext cx="76950" cy="76995"/>
              </a:xfrm>
              <a:custGeom>
                <a:avLst/>
                <a:gdLst/>
                <a:ahLst/>
                <a:cxnLst/>
                <a:rect l="l" t="t" r="r" b="b"/>
                <a:pathLst>
                  <a:path w="1685" h="1686" extrusionOk="0">
                    <a:moveTo>
                      <a:pt x="0" y="1"/>
                    </a:moveTo>
                    <a:lnTo>
                      <a:pt x="842" y="843"/>
                    </a:lnTo>
                    <a:lnTo>
                      <a:pt x="1685" y="1685"/>
                    </a:lnTo>
                    <a:lnTo>
                      <a:pt x="1685" y="1209"/>
                    </a:lnTo>
                    <a:lnTo>
                      <a:pt x="1081" y="605"/>
                    </a:lnTo>
                    <a:lnTo>
                      <a:pt x="4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7"/>
              <p:cNvSpPr/>
              <p:nvPr/>
            </p:nvSpPr>
            <p:spPr>
              <a:xfrm>
                <a:off x="2011428" y="602777"/>
                <a:ext cx="37310" cy="32013"/>
              </a:xfrm>
              <a:custGeom>
                <a:avLst/>
                <a:gdLst/>
                <a:ahLst/>
                <a:cxnLst/>
                <a:rect l="l" t="t" r="r" b="b"/>
                <a:pathLst>
                  <a:path w="817" h="701" extrusionOk="0">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7"/>
              <p:cNvSpPr/>
              <p:nvPr/>
            </p:nvSpPr>
            <p:spPr>
              <a:xfrm>
                <a:off x="2748364" y="1386751"/>
                <a:ext cx="37356" cy="32013"/>
              </a:xfrm>
              <a:custGeom>
                <a:avLst/>
                <a:gdLst/>
                <a:ahLst/>
                <a:cxnLst/>
                <a:rect l="l" t="t" r="r" b="b"/>
                <a:pathLst>
                  <a:path w="818" h="701" extrusionOk="0">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7"/>
              <p:cNvSpPr/>
              <p:nvPr/>
            </p:nvSpPr>
            <p:spPr>
              <a:xfrm>
                <a:off x="2036271" y="623829"/>
                <a:ext cx="737804" cy="767351"/>
              </a:xfrm>
              <a:custGeom>
                <a:avLst/>
                <a:gdLst/>
                <a:ahLst/>
                <a:cxnLst/>
                <a:rect l="l" t="t" r="r" b="b"/>
                <a:pathLst>
                  <a:path w="16156" h="16803" extrusionOk="0">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7"/>
              <p:cNvSpPr/>
              <p:nvPr/>
            </p:nvSpPr>
            <p:spPr>
              <a:xfrm>
                <a:off x="2506326" y="916786"/>
                <a:ext cx="196233" cy="195822"/>
              </a:xfrm>
              <a:custGeom>
                <a:avLst/>
                <a:gdLst/>
                <a:ahLst/>
                <a:cxnLst/>
                <a:rect l="l" t="t" r="r" b="b"/>
                <a:pathLst>
                  <a:path w="4297" h="4288" extrusionOk="0">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26" name="Google Shape;1126;p47"/>
          <p:cNvGrpSpPr/>
          <p:nvPr/>
        </p:nvGrpSpPr>
        <p:grpSpPr>
          <a:xfrm>
            <a:off x="-1140837" y="-1836406"/>
            <a:ext cx="4639853" cy="3002612"/>
            <a:chOff x="-1140837" y="-1836406"/>
            <a:chExt cx="4639853" cy="3002612"/>
          </a:xfrm>
        </p:grpSpPr>
        <p:sp>
          <p:nvSpPr>
            <p:cNvPr id="1127" name="Google Shape;1127;p47"/>
            <p:cNvSpPr/>
            <p:nvPr/>
          </p:nvSpPr>
          <p:spPr>
            <a:xfrm>
              <a:off x="-1140837" y="-341056"/>
              <a:ext cx="2552998" cy="1507261"/>
            </a:xfrm>
            <a:custGeom>
              <a:avLst/>
              <a:gdLst/>
              <a:ahLst/>
              <a:cxnLst/>
              <a:rect l="l" t="t" r="r" b="b"/>
              <a:pathLst>
                <a:path w="17209" h="10160" extrusionOk="0">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8" name="Google Shape;1128;p47"/>
            <p:cNvGrpSpPr/>
            <p:nvPr/>
          </p:nvGrpSpPr>
          <p:grpSpPr>
            <a:xfrm rot="5400000">
              <a:off x="662742" y="-2296784"/>
              <a:ext cx="2375896" cy="3296652"/>
              <a:chOff x="2132995" y="960308"/>
              <a:chExt cx="496177" cy="688438"/>
            </a:xfrm>
          </p:grpSpPr>
          <p:sp>
            <p:nvSpPr>
              <p:cNvPr id="1129" name="Google Shape;1129;p47"/>
              <p:cNvSpPr/>
              <p:nvPr/>
            </p:nvSpPr>
            <p:spPr>
              <a:xfrm>
                <a:off x="2143863" y="977753"/>
                <a:ext cx="473252" cy="659302"/>
              </a:xfrm>
              <a:custGeom>
                <a:avLst/>
                <a:gdLst/>
                <a:ahLst/>
                <a:cxnLst/>
                <a:rect l="l" t="t" r="r" b="b"/>
                <a:pathLst>
                  <a:path w="10363" h="14437" extrusionOk="0">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7"/>
              <p:cNvSpPr/>
              <p:nvPr/>
            </p:nvSpPr>
            <p:spPr>
              <a:xfrm>
                <a:off x="2401063" y="1126948"/>
                <a:ext cx="81608" cy="81608"/>
              </a:xfrm>
              <a:custGeom>
                <a:avLst/>
                <a:gdLst/>
                <a:ahLst/>
                <a:cxnLst/>
                <a:rect l="l" t="t" r="r" b="b"/>
                <a:pathLst>
                  <a:path w="1787" h="1787" extrusionOk="0">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7"/>
              <p:cNvSpPr/>
              <p:nvPr/>
            </p:nvSpPr>
            <p:spPr>
              <a:xfrm>
                <a:off x="2132995" y="960308"/>
                <a:ext cx="23610" cy="20231"/>
              </a:xfrm>
              <a:custGeom>
                <a:avLst/>
                <a:gdLst/>
                <a:ahLst/>
                <a:cxnLst/>
                <a:rect l="l" t="t" r="r" b="b"/>
                <a:pathLst>
                  <a:path w="517" h="443" extrusionOk="0">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7"/>
              <p:cNvSpPr/>
              <p:nvPr/>
            </p:nvSpPr>
            <p:spPr>
              <a:xfrm>
                <a:off x="2605425" y="1628651"/>
                <a:ext cx="23747" cy="20094"/>
              </a:xfrm>
              <a:custGeom>
                <a:avLst/>
                <a:gdLst/>
                <a:ahLst/>
                <a:cxnLst/>
                <a:rect l="l" t="t" r="r" b="b"/>
                <a:pathLst>
                  <a:path w="520" h="440" extrusionOk="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7"/>
              <p:cNvSpPr/>
              <p:nvPr/>
            </p:nvSpPr>
            <p:spPr>
              <a:xfrm>
                <a:off x="2145827" y="1025155"/>
                <a:ext cx="122024" cy="71515"/>
              </a:xfrm>
              <a:custGeom>
                <a:avLst/>
                <a:gdLst/>
                <a:ahLst/>
                <a:cxnLst/>
                <a:rect l="l" t="t" r="r" b="b"/>
                <a:pathLst>
                  <a:path w="2672" h="1566" extrusionOk="0">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44"/>
          <p:cNvSpPr txBox="1">
            <a:spLocks noGrp="1"/>
          </p:cNvSpPr>
          <p:nvPr>
            <p:ph type="title"/>
          </p:nvPr>
        </p:nvSpPr>
        <p:spPr>
          <a:xfrm>
            <a:off x="822150" y="1541279"/>
            <a:ext cx="7499700" cy="125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Écran LCD + capteur de température</a:t>
            </a:r>
            <a:endParaRPr sz="4000" dirty="0"/>
          </a:p>
        </p:txBody>
      </p:sp>
      <p:sp>
        <p:nvSpPr>
          <p:cNvPr id="1082" name="Google Shape;1082;p44"/>
          <p:cNvSpPr txBox="1">
            <a:spLocks noGrp="1"/>
          </p:cNvSpPr>
          <p:nvPr>
            <p:ph type="subTitle" idx="1"/>
          </p:nvPr>
        </p:nvSpPr>
        <p:spPr>
          <a:xfrm flipH="1">
            <a:off x="822300" y="2899240"/>
            <a:ext cx="7499700" cy="39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Suite à une demande du client, ajout d’un écran + capteur de température</a:t>
            </a:r>
            <a:endParaRPr dirty="0"/>
          </a:p>
        </p:txBody>
      </p:sp>
    </p:spTree>
    <p:extLst>
      <p:ext uri="{BB962C8B-B14F-4D97-AF65-F5344CB8AC3E}">
        <p14:creationId xmlns:p14="http://schemas.microsoft.com/office/powerpoint/2010/main" val="2141260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4"/>
        <p:cNvGrpSpPr/>
        <p:nvPr/>
      </p:nvGrpSpPr>
      <p:grpSpPr>
        <a:xfrm>
          <a:off x="0" y="0"/>
          <a:ext cx="0" cy="0"/>
          <a:chOff x="0" y="0"/>
          <a:chExt cx="0" cy="0"/>
        </a:xfrm>
      </p:grpSpPr>
      <p:sp>
        <p:nvSpPr>
          <p:cNvPr id="4" name="Rectangle 3">
            <a:extLst>
              <a:ext uri="{FF2B5EF4-FFF2-40B4-BE49-F238E27FC236}">
                <a16:creationId xmlns:a16="http://schemas.microsoft.com/office/drawing/2014/main" id="{B05D0559-0F71-95E1-3D0B-77FA8370CDD3}"/>
              </a:ext>
            </a:extLst>
          </p:cNvPr>
          <p:cNvSpPr/>
          <p:nvPr/>
        </p:nvSpPr>
        <p:spPr>
          <a:xfrm>
            <a:off x="0" y="0"/>
            <a:ext cx="9144000" cy="51435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5" name="Google Shape;1115;p47"/>
          <p:cNvSpPr/>
          <p:nvPr/>
        </p:nvSpPr>
        <p:spPr>
          <a:xfrm>
            <a:off x="0" y="429080"/>
            <a:ext cx="6206400" cy="101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7"/>
          <p:cNvSpPr txBox="1">
            <a:spLocks noGrp="1"/>
          </p:cNvSpPr>
          <p:nvPr>
            <p:ph type="title"/>
          </p:nvPr>
        </p:nvSpPr>
        <p:spPr>
          <a:xfrm>
            <a:off x="720000" y="387600"/>
            <a:ext cx="5781300" cy="101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t>GANTT</a:t>
            </a:r>
          </a:p>
        </p:txBody>
      </p:sp>
      <p:grpSp>
        <p:nvGrpSpPr>
          <p:cNvPr id="1117" name="Google Shape;1117;p47"/>
          <p:cNvGrpSpPr/>
          <p:nvPr/>
        </p:nvGrpSpPr>
        <p:grpSpPr>
          <a:xfrm>
            <a:off x="7667993" y="3122764"/>
            <a:ext cx="3128310" cy="3388330"/>
            <a:chOff x="7667993" y="3122764"/>
            <a:chExt cx="3128310" cy="3388330"/>
          </a:xfrm>
        </p:grpSpPr>
        <p:sp>
          <p:nvSpPr>
            <p:cNvPr id="1118" name="Google Shape;1118;p47"/>
            <p:cNvSpPr/>
            <p:nvPr/>
          </p:nvSpPr>
          <p:spPr>
            <a:xfrm rot="-5400000" flipH="1">
              <a:off x="7145125" y="3645632"/>
              <a:ext cx="2552998" cy="1507261"/>
            </a:xfrm>
            <a:custGeom>
              <a:avLst/>
              <a:gdLst/>
              <a:ahLst/>
              <a:cxnLst/>
              <a:rect l="l" t="t" r="r" b="b"/>
              <a:pathLst>
                <a:path w="17209" h="10160" extrusionOk="0">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9" name="Google Shape;1119;p47"/>
            <p:cNvGrpSpPr/>
            <p:nvPr/>
          </p:nvGrpSpPr>
          <p:grpSpPr>
            <a:xfrm rot="10800000">
              <a:off x="8421626" y="4008544"/>
              <a:ext cx="2374678" cy="2502550"/>
              <a:chOff x="2011428" y="602777"/>
              <a:chExt cx="774292" cy="815987"/>
            </a:xfrm>
          </p:grpSpPr>
          <p:sp>
            <p:nvSpPr>
              <p:cNvPr id="1120" name="Google Shape;1120;p47"/>
              <p:cNvSpPr/>
              <p:nvPr/>
            </p:nvSpPr>
            <p:spPr>
              <a:xfrm>
                <a:off x="2751470" y="1215132"/>
                <a:ext cx="15618" cy="109191"/>
              </a:xfrm>
              <a:custGeom>
                <a:avLst/>
                <a:gdLst/>
                <a:ahLst/>
                <a:cxnLst/>
                <a:rect l="l" t="t" r="r" b="b"/>
                <a:pathLst>
                  <a:path w="342" h="2391" extrusionOk="0">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7"/>
              <p:cNvSpPr/>
              <p:nvPr/>
            </p:nvSpPr>
            <p:spPr>
              <a:xfrm>
                <a:off x="2157107" y="742702"/>
                <a:ext cx="76950" cy="76995"/>
              </a:xfrm>
              <a:custGeom>
                <a:avLst/>
                <a:gdLst/>
                <a:ahLst/>
                <a:cxnLst/>
                <a:rect l="l" t="t" r="r" b="b"/>
                <a:pathLst>
                  <a:path w="1685" h="1686" extrusionOk="0">
                    <a:moveTo>
                      <a:pt x="0" y="1"/>
                    </a:moveTo>
                    <a:lnTo>
                      <a:pt x="842" y="843"/>
                    </a:lnTo>
                    <a:lnTo>
                      <a:pt x="1685" y="1685"/>
                    </a:lnTo>
                    <a:lnTo>
                      <a:pt x="1685" y="1209"/>
                    </a:lnTo>
                    <a:lnTo>
                      <a:pt x="1081" y="605"/>
                    </a:lnTo>
                    <a:lnTo>
                      <a:pt x="4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7"/>
              <p:cNvSpPr/>
              <p:nvPr/>
            </p:nvSpPr>
            <p:spPr>
              <a:xfrm>
                <a:off x="2011428" y="602777"/>
                <a:ext cx="37310" cy="32013"/>
              </a:xfrm>
              <a:custGeom>
                <a:avLst/>
                <a:gdLst/>
                <a:ahLst/>
                <a:cxnLst/>
                <a:rect l="l" t="t" r="r" b="b"/>
                <a:pathLst>
                  <a:path w="817" h="701" extrusionOk="0">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7"/>
              <p:cNvSpPr/>
              <p:nvPr/>
            </p:nvSpPr>
            <p:spPr>
              <a:xfrm>
                <a:off x="2748364" y="1386751"/>
                <a:ext cx="37356" cy="32013"/>
              </a:xfrm>
              <a:custGeom>
                <a:avLst/>
                <a:gdLst/>
                <a:ahLst/>
                <a:cxnLst/>
                <a:rect l="l" t="t" r="r" b="b"/>
                <a:pathLst>
                  <a:path w="818" h="701" extrusionOk="0">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7"/>
              <p:cNvSpPr/>
              <p:nvPr/>
            </p:nvSpPr>
            <p:spPr>
              <a:xfrm>
                <a:off x="2036271" y="623829"/>
                <a:ext cx="737804" cy="767351"/>
              </a:xfrm>
              <a:custGeom>
                <a:avLst/>
                <a:gdLst/>
                <a:ahLst/>
                <a:cxnLst/>
                <a:rect l="l" t="t" r="r" b="b"/>
                <a:pathLst>
                  <a:path w="16156" h="16803" extrusionOk="0">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7"/>
              <p:cNvSpPr/>
              <p:nvPr/>
            </p:nvSpPr>
            <p:spPr>
              <a:xfrm>
                <a:off x="2506326" y="916786"/>
                <a:ext cx="196233" cy="195822"/>
              </a:xfrm>
              <a:custGeom>
                <a:avLst/>
                <a:gdLst/>
                <a:ahLst/>
                <a:cxnLst/>
                <a:rect l="l" t="t" r="r" b="b"/>
                <a:pathLst>
                  <a:path w="4297" h="4288" extrusionOk="0">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26" name="Google Shape;1126;p47"/>
          <p:cNvGrpSpPr/>
          <p:nvPr/>
        </p:nvGrpSpPr>
        <p:grpSpPr>
          <a:xfrm>
            <a:off x="-1140837" y="-1836406"/>
            <a:ext cx="4639853" cy="3002612"/>
            <a:chOff x="-1140837" y="-1836406"/>
            <a:chExt cx="4639853" cy="3002612"/>
          </a:xfrm>
        </p:grpSpPr>
        <p:sp>
          <p:nvSpPr>
            <p:cNvPr id="1127" name="Google Shape;1127;p47"/>
            <p:cNvSpPr/>
            <p:nvPr/>
          </p:nvSpPr>
          <p:spPr>
            <a:xfrm>
              <a:off x="-1140837" y="-341056"/>
              <a:ext cx="2552998" cy="1507261"/>
            </a:xfrm>
            <a:custGeom>
              <a:avLst/>
              <a:gdLst/>
              <a:ahLst/>
              <a:cxnLst/>
              <a:rect l="l" t="t" r="r" b="b"/>
              <a:pathLst>
                <a:path w="17209" h="10160" extrusionOk="0">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8" name="Google Shape;1128;p47"/>
            <p:cNvGrpSpPr/>
            <p:nvPr/>
          </p:nvGrpSpPr>
          <p:grpSpPr>
            <a:xfrm rot="5400000">
              <a:off x="662742" y="-2296784"/>
              <a:ext cx="2375896" cy="3296652"/>
              <a:chOff x="2132995" y="960308"/>
              <a:chExt cx="496177" cy="688438"/>
            </a:xfrm>
          </p:grpSpPr>
          <p:sp>
            <p:nvSpPr>
              <p:cNvPr id="1129" name="Google Shape;1129;p47"/>
              <p:cNvSpPr/>
              <p:nvPr/>
            </p:nvSpPr>
            <p:spPr>
              <a:xfrm>
                <a:off x="2143863" y="977753"/>
                <a:ext cx="473252" cy="659302"/>
              </a:xfrm>
              <a:custGeom>
                <a:avLst/>
                <a:gdLst/>
                <a:ahLst/>
                <a:cxnLst/>
                <a:rect l="l" t="t" r="r" b="b"/>
                <a:pathLst>
                  <a:path w="10363" h="14437" extrusionOk="0">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7"/>
              <p:cNvSpPr/>
              <p:nvPr/>
            </p:nvSpPr>
            <p:spPr>
              <a:xfrm>
                <a:off x="2401063" y="1126948"/>
                <a:ext cx="81608" cy="81608"/>
              </a:xfrm>
              <a:custGeom>
                <a:avLst/>
                <a:gdLst/>
                <a:ahLst/>
                <a:cxnLst/>
                <a:rect l="l" t="t" r="r" b="b"/>
                <a:pathLst>
                  <a:path w="1787" h="1787" extrusionOk="0">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7"/>
              <p:cNvSpPr/>
              <p:nvPr/>
            </p:nvSpPr>
            <p:spPr>
              <a:xfrm>
                <a:off x="2132995" y="960308"/>
                <a:ext cx="23610" cy="20231"/>
              </a:xfrm>
              <a:custGeom>
                <a:avLst/>
                <a:gdLst/>
                <a:ahLst/>
                <a:cxnLst/>
                <a:rect l="l" t="t" r="r" b="b"/>
                <a:pathLst>
                  <a:path w="517" h="443" extrusionOk="0">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7"/>
              <p:cNvSpPr/>
              <p:nvPr/>
            </p:nvSpPr>
            <p:spPr>
              <a:xfrm>
                <a:off x="2605425" y="1628651"/>
                <a:ext cx="23747" cy="20094"/>
              </a:xfrm>
              <a:custGeom>
                <a:avLst/>
                <a:gdLst/>
                <a:ahLst/>
                <a:cxnLst/>
                <a:rect l="l" t="t" r="r" b="b"/>
                <a:pathLst>
                  <a:path w="520" h="440" extrusionOk="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7"/>
              <p:cNvSpPr/>
              <p:nvPr/>
            </p:nvSpPr>
            <p:spPr>
              <a:xfrm>
                <a:off x="2145827" y="1025155"/>
                <a:ext cx="122024" cy="71515"/>
              </a:xfrm>
              <a:custGeom>
                <a:avLst/>
                <a:gdLst/>
                <a:ahLst/>
                <a:cxnLst/>
                <a:rect l="l" t="t" r="r" b="b"/>
                <a:pathLst>
                  <a:path w="2672" h="1566" extrusionOk="0">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 name="Image 5">
            <a:extLst>
              <a:ext uri="{FF2B5EF4-FFF2-40B4-BE49-F238E27FC236}">
                <a16:creationId xmlns:a16="http://schemas.microsoft.com/office/drawing/2014/main" id="{7A828971-6B94-97D4-CF0B-94E61937AC80}"/>
              </a:ext>
            </a:extLst>
          </p:cNvPr>
          <p:cNvPicPr>
            <a:picLocks noChangeAspect="1"/>
          </p:cNvPicPr>
          <p:nvPr/>
        </p:nvPicPr>
        <p:blipFill>
          <a:blip r:embed="rId4"/>
          <a:stretch>
            <a:fillRect/>
          </a:stretch>
        </p:blipFill>
        <p:spPr>
          <a:xfrm>
            <a:off x="828854" y="1507235"/>
            <a:ext cx="5757425" cy="2982263"/>
          </a:xfrm>
          <a:prstGeom prst="rect">
            <a:avLst/>
          </a:prstGeom>
        </p:spPr>
      </p:pic>
    </p:spTree>
    <p:extLst>
      <p:ext uri="{BB962C8B-B14F-4D97-AF65-F5344CB8AC3E}">
        <p14:creationId xmlns:p14="http://schemas.microsoft.com/office/powerpoint/2010/main" val="2636364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5"/>
          <p:cNvSpPr txBox="1">
            <a:spLocks noGrp="1"/>
          </p:cNvSpPr>
          <p:nvPr>
            <p:ph type="title"/>
          </p:nvPr>
        </p:nvSpPr>
        <p:spPr>
          <a:xfrm>
            <a:off x="1320300" y="2096633"/>
            <a:ext cx="6503400" cy="105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PROJET</a:t>
            </a:r>
            <a:endParaRPr dirty="0"/>
          </a:p>
        </p:txBody>
      </p:sp>
      <p:sp>
        <p:nvSpPr>
          <p:cNvPr id="886" name="Google Shape;886;p35"/>
          <p:cNvSpPr txBox="1">
            <a:spLocks noGrp="1"/>
          </p:cNvSpPr>
          <p:nvPr>
            <p:ph type="title" idx="2"/>
          </p:nvPr>
        </p:nvSpPr>
        <p:spPr>
          <a:xfrm>
            <a:off x="3915450" y="1163052"/>
            <a:ext cx="1467822" cy="77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887" name="Google Shape;887;p35"/>
          <p:cNvSpPr txBox="1">
            <a:spLocks noGrp="1"/>
          </p:cNvSpPr>
          <p:nvPr>
            <p:ph type="subTitle" idx="1"/>
          </p:nvPr>
        </p:nvSpPr>
        <p:spPr>
          <a:xfrm>
            <a:off x="3052350" y="3267278"/>
            <a:ext cx="3039300" cy="69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Présentation global du projet</a:t>
            </a:r>
            <a:endParaRPr dirty="0"/>
          </a:p>
        </p:txBody>
      </p:sp>
    </p:spTree>
    <p:extLst>
      <p:ext uri="{BB962C8B-B14F-4D97-AF65-F5344CB8AC3E}">
        <p14:creationId xmlns:p14="http://schemas.microsoft.com/office/powerpoint/2010/main" val="2955209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38"/>
          <p:cNvSpPr txBox="1">
            <a:spLocks noGrp="1"/>
          </p:cNvSpPr>
          <p:nvPr>
            <p:ph type="subTitle" idx="1"/>
          </p:nvPr>
        </p:nvSpPr>
        <p:spPr>
          <a:xfrm>
            <a:off x="1254788" y="2601579"/>
            <a:ext cx="27768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Boitier</a:t>
            </a:r>
            <a:endParaRPr dirty="0"/>
          </a:p>
        </p:txBody>
      </p:sp>
      <p:sp>
        <p:nvSpPr>
          <p:cNvPr id="951" name="Google Shape;951;p38"/>
          <p:cNvSpPr txBox="1">
            <a:spLocks noGrp="1"/>
          </p:cNvSpPr>
          <p:nvPr>
            <p:ph type="subTitle" idx="2"/>
          </p:nvPr>
        </p:nvSpPr>
        <p:spPr>
          <a:xfrm>
            <a:off x="1254788" y="2972979"/>
            <a:ext cx="2776800" cy="888000"/>
          </a:xfrm>
          <a:prstGeom prst="rect">
            <a:avLst/>
          </a:prstGeom>
        </p:spPr>
        <p:txBody>
          <a:bodyPr spcFirstLastPara="1" wrap="square" lIns="91425" tIns="91425" rIns="91425" bIns="91425" anchor="ctr" anchorCtr="0">
            <a:noAutofit/>
          </a:bodyPr>
          <a:lstStyle/>
          <a:p>
            <a:pPr marL="285750" lvl="0" indent="-285750" algn="ctr" rtl="0">
              <a:spcBef>
                <a:spcPts val="0"/>
              </a:spcBef>
              <a:spcAft>
                <a:spcPts val="0"/>
              </a:spcAft>
              <a:buFont typeface="Arial" panose="020B0604020202020204" pitchFamily="34" charset="0"/>
              <a:buChar char="•"/>
            </a:pPr>
            <a:r>
              <a:rPr lang="en" dirty="0"/>
              <a:t>Réalisé par Luk</a:t>
            </a:r>
          </a:p>
          <a:p>
            <a:pPr marL="285750" lvl="0" indent="-285750" algn="ctr" rtl="0">
              <a:spcBef>
                <a:spcPts val="0"/>
              </a:spcBef>
              <a:spcAft>
                <a:spcPts val="0"/>
              </a:spcAft>
              <a:buFont typeface="Arial" panose="020B0604020202020204" pitchFamily="34" charset="0"/>
              <a:buChar char="•"/>
            </a:pPr>
            <a:r>
              <a:rPr lang="fr-FR" dirty="0"/>
              <a:t>3 versions réalisées dont 1 imprimée</a:t>
            </a:r>
            <a:endParaRPr dirty="0"/>
          </a:p>
        </p:txBody>
      </p:sp>
      <p:sp>
        <p:nvSpPr>
          <p:cNvPr id="952" name="Google Shape;952;p38"/>
          <p:cNvSpPr txBox="1">
            <a:spLocks noGrp="1"/>
          </p:cNvSpPr>
          <p:nvPr>
            <p:ph type="subTitle" idx="3"/>
          </p:nvPr>
        </p:nvSpPr>
        <p:spPr>
          <a:xfrm>
            <a:off x="5112413" y="2601579"/>
            <a:ext cx="27768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Batterie</a:t>
            </a:r>
            <a:endParaRPr dirty="0"/>
          </a:p>
        </p:txBody>
      </p:sp>
      <p:sp>
        <p:nvSpPr>
          <p:cNvPr id="953" name="Google Shape;953;p38"/>
          <p:cNvSpPr txBox="1">
            <a:spLocks noGrp="1"/>
          </p:cNvSpPr>
          <p:nvPr>
            <p:ph type="subTitle" idx="4"/>
          </p:nvPr>
        </p:nvSpPr>
        <p:spPr>
          <a:xfrm>
            <a:off x="5112413" y="2972979"/>
            <a:ext cx="2776800" cy="888000"/>
          </a:xfrm>
          <a:prstGeom prst="rect">
            <a:avLst/>
          </a:prstGeom>
        </p:spPr>
        <p:txBody>
          <a:bodyPr spcFirstLastPara="1" wrap="square" lIns="91425" tIns="91425" rIns="91425" bIns="91425" anchor="ctr" anchorCtr="0">
            <a:noAutofit/>
          </a:bodyPr>
          <a:lstStyle/>
          <a:p>
            <a:pPr marL="285750" lvl="0" indent="-285750" algn="ctr" rtl="0">
              <a:spcBef>
                <a:spcPts val="0"/>
              </a:spcBef>
              <a:spcAft>
                <a:spcPts val="0"/>
              </a:spcAft>
              <a:buFont typeface="Arial" panose="020B0604020202020204" pitchFamily="34" charset="0"/>
              <a:buChar char="•"/>
            </a:pPr>
            <a:r>
              <a:rPr lang="en" dirty="0"/>
              <a:t>Réalisé par Tristan</a:t>
            </a:r>
          </a:p>
          <a:p>
            <a:pPr marL="285750" lvl="0" indent="-285750" algn="ctr" rtl="0">
              <a:spcBef>
                <a:spcPts val="0"/>
              </a:spcBef>
              <a:spcAft>
                <a:spcPts val="0"/>
              </a:spcAft>
              <a:buFont typeface="Arial" panose="020B0604020202020204" pitchFamily="34" charset="0"/>
              <a:buChar char="•"/>
            </a:pPr>
            <a:endParaRPr dirty="0"/>
          </a:p>
        </p:txBody>
      </p:sp>
      <p:sp>
        <p:nvSpPr>
          <p:cNvPr id="954" name="Google Shape;954;p38"/>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RÉPARTITION</a:t>
            </a:r>
            <a:endParaRPr dirty="0"/>
          </a:p>
        </p:txBody>
      </p:sp>
      <p:sp>
        <p:nvSpPr>
          <p:cNvPr id="955" name="Google Shape;955;p38"/>
          <p:cNvSpPr txBox="1">
            <a:spLocks noGrp="1"/>
          </p:cNvSpPr>
          <p:nvPr>
            <p:ph type="title" idx="5"/>
          </p:nvPr>
        </p:nvSpPr>
        <p:spPr>
          <a:xfrm>
            <a:off x="2200238" y="2019699"/>
            <a:ext cx="885900" cy="52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956" name="Google Shape;956;p38"/>
          <p:cNvSpPr txBox="1">
            <a:spLocks noGrp="1"/>
          </p:cNvSpPr>
          <p:nvPr>
            <p:ph type="title" idx="6"/>
          </p:nvPr>
        </p:nvSpPr>
        <p:spPr>
          <a:xfrm>
            <a:off x="6057863" y="2019699"/>
            <a:ext cx="885900" cy="52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34"/>
          <p:cNvSpPr/>
          <p:nvPr/>
        </p:nvSpPr>
        <p:spPr>
          <a:xfrm>
            <a:off x="946854" y="915125"/>
            <a:ext cx="3271500" cy="32715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4"/>
          <p:cNvSpPr txBox="1">
            <a:spLocks noGrp="1"/>
          </p:cNvSpPr>
          <p:nvPr>
            <p:ph type="title"/>
          </p:nvPr>
        </p:nvSpPr>
        <p:spPr>
          <a:xfrm>
            <a:off x="4587168" y="3394725"/>
            <a:ext cx="3621000" cy="40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Boitier 3D</a:t>
            </a:r>
            <a:endParaRPr dirty="0"/>
          </a:p>
        </p:txBody>
      </p:sp>
      <p:sp>
        <p:nvSpPr>
          <p:cNvPr id="871" name="Google Shape;871;p34"/>
          <p:cNvSpPr txBox="1">
            <a:spLocks noGrp="1"/>
          </p:cNvSpPr>
          <p:nvPr>
            <p:ph type="subTitle" idx="1"/>
          </p:nvPr>
        </p:nvSpPr>
        <p:spPr>
          <a:xfrm>
            <a:off x="4587168" y="1310750"/>
            <a:ext cx="3621000" cy="1936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Première version du boitier</a:t>
            </a:r>
          </a:p>
          <a:p>
            <a:pPr marL="0" lvl="0" indent="0" algn="l" rtl="0">
              <a:spcBef>
                <a:spcPts val="0"/>
              </a:spcBef>
              <a:spcAft>
                <a:spcPts val="0"/>
              </a:spcAft>
              <a:buNone/>
            </a:pPr>
            <a:endParaRPr lang="en" dirty="0"/>
          </a:p>
          <a:p>
            <a:pPr marL="0" lvl="0" indent="0" algn="l" rtl="0">
              <a:spcBef>
                <a:spcPts val="0"/>
              </a:spcBef>
              <a:spcAft>
                <a:spcPts val="0"/>
              </a:spcAft>
              <a:buNone/>
            </a:pPr>
            <a:r>
              <a:rPr lang="fr-FR" dirty="0"/>
              <a:t>150x150mm</a:t>
            </a:r>
          </a:p>
        </p:txBody>
      </p:sp>
      <p:pic>
        <p:nvPicPr>
          <p:cNvPr id="872" name="Google Shape;872;p34"/>
          <p:cNvPicPr preferRelativeResize="0"/>
          <p:nvPr/>
        </p:nvPicPr>
        <p:blipFill>
          <a:blip r:embed="rId3"/>
          <a:srcRect l="13536" r="13536"/>
          <a:stretch/>
        </p:blipFill>
        <p:spPr>
          <a:xfrm flipH="1">
            <a:off x="1074566" y="1043662"/>
            <a:ext cx="3016076" cy="3014426"/>
          </a:xfrm>
          <a:prstGeom prst="rect">
            <a:avLst/>
          </a:prstGeom>
          <a:noFill/>
          <a:ln>
            <a:noFill/>
          </a:ln>
        </p:spPr>
      </p:pic>
      <p:grpSp>
        <p:nvGrpSpPr>
          <p:cNvPr id="873" name="Google Shape;873;p34"/>
          <p:cNvGrpSpPr/>
          <p:nvPr/>
        </p:nvGrpSpPr>
        <p:grpSpPr>
          <a:xfrm>
            <a:off x="935832" y="4262691"/>
            <a:ext cx="3293462" cy="92817"/>
            <a:chOff x="819025" y="3822075"/>
            <a:chExt cx="891450" cy="25125"/>
          </a:xfrm>
        </p:grpSpPr>
        <p:sp>
          <p:nvSpPr>
            <p:cNvPr id="874" name="Google Shape;874;p34"/>
            <p:cNvSpPr/>
            <p:nvPr/>
          </p:nvSpPr>
          <p:spPr>
            <a:xfrm>
              <a:off x="819025" y="3822375"/>
              <a:ext cx="891450" cy="24825"/>
            </a:xfrm>
            <a:custGeom>
              <a:avLst/>
              <a:gdLst/>
              <a:ahLst/>
              <a:cxnLst/>
              <a:rect l="l" t="t" r="r" b="b"/>
              <a:pathLst>
                <a:path w="35658" h="993" extrusionOk="0">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4"/>
            <p:cNvSpPr/>
            <p:nvPr/>
          </p:nvSpPr>
          <p:spPr>
            <a:xfrm>
              <a:off x="1235525" y="3823575"/>
              <a:ext cx="134825" cy="14025"/>
            </a:xfrm>
            <a:custGeom>
              <a:avLst/>
              <a:gdLst/>
              <a:ahLst/>
              <a:cxnLst/>
              <a:rect l="l" t="t" r="r" b="b"/>
              <a:pathLst>
                <a:path w="5393" h="561" extrusionOk="0">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4"/>
            <p:cNvSpPr/>
            <p:nvPr/>
          </p:nvSpPr>
          <p:spPr>
            <a:xfrm>
              <a:off x="1027875" y="3822075"/>
              <a:ext cx="23125" cy="13525"/>
            </a:xfrm>
            <a:custGeom>
              <a:avLst/>
              <a:gdLst/>
              <a:ahLst/>
              <a:cxnLst/>
              <a:rect l="l" t="t" r="r" b="b"/>
              <a:pathLst>
                <a:path w="925" h="541" extrusionOk="0">
                  <a:moveTo>
                    <a:pt x="609" y="0"/>
                  </a:moveTo>
                  <a:lnTo>
                    <a:pt x="0"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4"/>
            <p:cNvSpPr/>
            <p:nvPr/>
          </p:nvSpPr>
          <p:spPr>
            <a:xfrm>
              <a:off x="1042475" y="3822075"/>
              <a:ext cx="23150" cy="13525"/>
            </a:xfrm>
            <a:custGeom>
              <a:avLst/>
              <a:gdLst/>
              <a:ahLst/>
              <a:cxnLst/>
              <a:rect l="l" t="t" r="r" b="b"/>
              <a:pathLst>
                <a:path w="926" h="541" extrusionOk="0">
                  <a:moveTo>
                    <a:pt x="609" y="0"/>
                  </a:moveTo>
                  <a:lnTo>
                    <a:pt x="1"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4"/>
            <p:cNvSpPr/>
            <p:nvPr/>
          </p:nvSpPr>
          <p:spPr>
            <a:xfrm>
              <a:off x="1057100" y="3822075"/>
              <a:ext cx="23125" cy="13525"/>
            </a:xfrm>
            <a:custGeom>
              <a:avLst/>
              <a:gdLst/>
              <a:ahLst/>
              <a:cxnLst/>
              <a:rect l="l" t="t" r="r" b="b"/>
              <a:pathLst>
                <a:path w="925" h="541" extrusionOk="0">
                  <a:moveTo>
                    <a:pt x="609" y="0"/>
                  </a:moveTo>
                  <a:lnTo>
                    <a:pt x="0" y="541"/>
                  </a:lnTo>
                  <a:lnTo>
                    <a:pt x="316"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4"/>
            <p:cNvSpPr/>
            <p:nvPr/>
          </p:nvSpPr>
          <p:spPr>
            <a:xfrm>
              <a:off x="1071700" y="3822075"/>
              <a:ext cx="23150" cy="13525"/>
            </a:xfrm>
            <a:custGeom>
              <a:avLst/>
              <a:gdLst/>
              <a:ahLst/>
              <a:cxnLst/>
              <a:rect l="l" t="t" r="r" b="b"/>
              <a:pathLst>
                <a:path w="926" h="541" extrusionOk="0">
                  <a:moveTo>
                    <a:pt x="605" y="0"/>
                  </a:moveTo>
                  <a:lnTo>
                    <a:pt x="1" y="541"/>
                  </a:lnTo>
                  <a:lnTo>
                    <a:pt x="317"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4"/>
            <p:cNvSpPr/>
            <p:nvPr/>
          </p:nvSpPr>
          <p:spPr>
            <a:xfrm>
              <a:off x="1086300" y="3822075"/>
              <a:ext cx="23150" cy="13525"/>
            </a:xfrm>
            <a:custGeom>
              <a:avLst/>
              <a:gdLst/>
              <a:ahLst/>
              <a:cxnLst/>
              <a:rect l="l" t="t" r="r" b="b"/>
              <a:pathLst>
                <a:path w="926" h="541" extrusionOk="0">
                  <a:moveTo>
                    <a:pt x="605" y="0"/>
                  </a:moveTo>
                  <a:lnTo>
                    <a:pt x="1" y="541"/>
                  </a:lnTo>
                  <a:lnTo>
                    <a:pt x="317" y="541"/>
                  </a:lnTo>
                  <a:lnTo>
                    <a:pt x="9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34"/>
          <p:cNvSpPr/>
          <p:nvPr/>
        </p:nvSpPr>
        <p:spPr>
          <a:xfrm>
            <a:off x="946854" y="915125"/>
            <a:ext cx="3271500" cy="32715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4"/>
          <p:cNvSpPr txBox="1">
            <a:spLocks noGrp="1"/>
          </p:cNvSpPr>
          <p:nvPr>
            <p:ph type="title"/>
          </p:nvPr>
        </p:nvSpPr>
        <p:spPr>
          <a:xfrm>
            <a:off x="4587168" y="3394725"/>
            <a:ext cx="3621000" cy="40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Boitier 3D</a:t>
            </a:r>
            <a:endParaRPr dirty="0"/>
          </a:p>
        </p:txBody>
      </p:sp>
      <p:sp>
        <p:nvSpPr>
          <p:cNvPr id="871" name="Google Shape;871;p34"/>
          <p:cNvSpPr txBox="1">
            <a:spLocks noGrp="1"/>
          </p:cNvSpPr>
          <p:nvPr>
            <p:ph type="subTitle" idx="1"/>
          </p:nvPr>
        </p:nvSpPr>
        <p:spPr>
          <a:xfrm>
            <a:off x="4587168" y="1310750"/>
            <a:ext cx="3621000" cy="1936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Première version du boitier</a:t>
            </a:r>
          </a:p>
          <a:p>
            <a:pPr marL="0" lvl="0" indent="0" algn="l" rtl="0">
              <a:spcBef>
                <a:spcPts val="0"/>
              </a:spcBef>
              <a:spcAft>
                <a:spcPts val="0"/>
              </a:spcAft>
              <a:buNone/>
            </a:pPr>
            <a:endParaRPr lang="en" dirty="0"/>
          </a:p>
          <a:p>
            <a:pPr marL="0" lvl="0" indent="0" algn="l" rtl="0">
              <a:spcBef>
                <a:spcPts val="0"/>
              </a:spcBef>
              <a:spcAft>
                <a:spcPts val="0"/>
              </a:spcAft>
              <a:buNone/>
            </a:pPr>
            <a:r>
              <a:rPr lang="fr-FR" dirty="0"/>
              <a:t>150x150mm</a:t>
            </a:r>
          </a:p>
        </p:txBody>
      </p:sp>
      <p:pic>
        <p:nvPicPr>
          <p:cNvPr id="872" name="Google Shape;872;p34"/>
          <p:cNvPicPr preferRelativeResize="0"/>
          <p:nvPr/>
        </p:nvPicPr>
        <p:blipFill rotWithShape="1">
          <a:blip r:embed="rId3"/>
          <a:srcRect l="-236" r="68"/>
          <a:stretch/>
        </p:blipFill>
        <p:spPr>
          <a:xfrm flipH="1">
            <a:off x="1074566" y="1043662"/>
            <a:ext cx="3016076" cy="3014426"/>
          </a:xfrm>
          <a:prstGeom prst="rect">
            <a:avLst/>
          </a:prstGeom>
          <a:noFill/>
          <a:ln>
            <a:noFill/>
          </a:ln>
        </p:spPr>
      </p:pic>
      <p:grpSp>
        <p:nvGrpSpPr>
          <p:cNvPr id="873" name="Google Shape;873;p34"/>
          <p:cNvGrpSpPr/>
          <p:nvPr/>
        </p:nvGrpSpPr>
        <p:grpSpPr>
          <a:xfrm>
            <a:off x="935832" y="4262691"/>
            <a:ext cx="3293462" cy="92817"/>
            <a:chOff x="819025" y="3822075"/>
            <a:chExt cx="891450" cy="25125"/>
          </a:xfrm>
        </p:grpSpPr>
        <p:sp>
          <p:nvSpPr>
            <p:cNvPr id="874" name="Google Shape;874;p34"/>
            <p:cNvSpPr/>
            <p:nvPr/>
          </p:nvSpPr>
          <p:spPr>
            <a:xfrm>
              <a:off x="819025" y="3822375"/>
              <a:ext cx="891450" cy="24825"/>
            </a:xfrm>
            <a:custGeom>
              <a:avLst/>
              <a:gdLst/>
              <a:ahLst/>
              <a:cxnLst/>
              <a:rect l="l" t="t" r="r" b="b"/>
              <a:pathLst>
                <a:path w="35658" h="993" extrusionOk="0">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4"/>
            <p:cNvSpPr/>
            <p:nvPr/>
          </p:nvSpPr>
          <p:spPr>
            <a:xfrm>
              <a:off x="1235525" y="3823575"/>
              <a:ext cx="134825" cy="14025"/>
            </a:xfrm>
            <a:custGeom>
              <a:avLst/>
              <a:gdLst/>
              <a:ahLst/>
              <a:cxnLst/>
              <a:rect l="l" t="t" r="r" b="b"/>
              <a:pathLst>
                <a:path w="5393" h="561" extrusionOk="0">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4"/>
            <p:cNvSpPr/>
            <p:nvPr/>
          </p:nvSpPr>
          <p:spPr>
            <a:xfrm>
              <a:off x="1027875" y="3822075"/>
              <a:ext cx="23125" cy="13525"/>
            </a:xfrm>
            <a:custGeom>
              <a:avLst/>
              <a:gdLst/>
              <a:ahLst/>
              <a:cxnLst/>
              <a:rect l="l" t="t" r="r" b="b"/>
              <a:pathLst>
                <a:path w="925" h="541" extrusionOk="0">
                  <a:moveTo>
                    <a:pt x="609" y="0"/>
                  </a:moveTo>
                  <a:lnTo>
                    <a:pt x="0"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4"/>
            <p:cNvSpPr/>
            <p:nvPr/>
          </p:nvSpPr>
          <p:spPr>
            <a:xfrm>
              <a:off x="1042475" y="3822075"/>
              <a:ext cx="23150" cy="13525"/>
            </a:xfrm>
            <a:custGeom>
              <a:avLst/>
              <a:gdLst/>
              <a:ahLst/>
              <a:cxnLst/>
              <a:rect l="l" t="t" r="r" b="b"/>
              <a:pathLst>
                <a:path w="926" h="541" extrusionOk="0">
                  <a:moveTo>
                    <a:pt x="609" y="0"/>
                  </a:moveTo>
                  <a:lnTo>
                    <a:pt x="1"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4"/>
            <p:cNvSpPr/>
            <p:nvPr/>
          </p:nvSpPr>
          <p:spPr>
            <a:xfrm>
              <a:off x="1057100" y="3822075"/>
              <a:ext cx="23125" cy="13525"/>
            </a:xfrm>
            <a:custGeom>
              <a:avLst/>
              <a:gdLst/>
              <a:ahLst/>
              <a:cxnLst/>
              <a:rect l="l" t="t" r="r" b="b"/>
              <a:pathLst>
                <a:path w="925" h="541" extrusionOk="0">
                  <a:moveTo>
                    <a:pt x="609" y="0"/>
                  </a:moveTo>
                  <a:lnTo>
                    <a:pt x="0" y="541"/>
                  </a:lnTo>
                  <a:lnTo>
                    <a:pt x="316"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4"/>
            <p:cNvSpPr/>
            <p:nvPr/>
          </p:nvSpPr>
          <p:spPr>
            <a:xfrm>
              <a:off x="1071700" y="3822075"/>
              <a:ext cx="23150" cy="13525"/>
            </a:xfrm>
            <a:custGeom>
              <a:avLst/>
              <a:gdLst/>
              <a:ahLst/>
              <a:cxnLst/>
              <a:rect l="l" t="t" r="r" b="b"/>
              <a:pathLst>
                <a:path w="926" h="541" extrusionOk="0">
                  <a:moveTo>
                    <a:pt x="605" y="0"/>
                  </a:moveTo>
                  <a:lnTo>
                    <a:pt x="1" y="541"/>
                  </a:lnTo>
                  <a:lnTo>
                    <a:pt x="317"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4"/>
            <p:cNvSpPr/>
            <p:nvPr/>
          </p:nvSpPr>
          <p:spPr>
            <a:xfrm>
              <a:off x="1086300" y="3822075"/>
              <a:ext cx="23150" cy="13525"/>
            </a:xfrm>
            <a:custGeom>
              <a:avLst/>
              <a:gdLst/>
              <a:ahLst/>
              <a:cxnLst/>
              <a:rect l="l" t="t" r="r" b="b"/>
              <a:pathLst>
                <a:path w="926" h="541" extrusionOk="0">
                  <a:moveTo>
                    <a:pt x="605" y="0"/>
                  </a:moveTo>
                  <a:lnTo>
                    <a:pt x="1" y="541"/>
                  </a:lnTo>
                  <a:lnTo>
                    <a:pt x="317" y="541"/>
                  </a:lnTo>
                  <a:lnTo>
                    <a:pt x="9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2075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48"/>
          <p:cNvSpPr txBox="1">
            <a:spLocks noGrp="1"/>
          </p:cNvSpPr>
          <p:nvPr>
            <p:ph type="title"/>
          </p:nvPr>
        </p:nvSpPr>
        <p:spPr>
          <a:xfrm>
            <a:off x="945441" y="1323878"/>
            <a:ext cx="3442500" cy="50492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Boitier 3D</a:t>
            </a:r>
            <a:endParaRPr dirty="0"/>
          </a:p>
        </p:txBody>
      </p:sp>
      <p:sp>
        <p:nvSpPr>
          <p:cNvPr id="1139" name="Google Shape;1139;p48"/>
          <p:cNvSpPr txBox="1">
            <a:spLocks noGrp="1"/>
          </p:cNvSpPr>
          <p:nvPr>
            <p:ph type="subTitle" idx="1"/>
          </p:nvPr>
        </p:nvSpPr>
        <p:spPr>
          <a:xfrm>
            <a:off x="945441" y="1828800"/>
            <a:ext cx="3442500" cy="107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Deuxième version du boitier</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 100x100mm</a:t>
            </a:r>
            <a:endParaRPr dirty="0"/>
          </a:p>
        </p:txBody>
      </p:sp>
      <p:sp>
        <p:nvSpPr>
          <p:cNvPr id="1140" name="Google Shape;1140;p48"/>
          <p:cNvSpPr/>
          <p:nvPr/>
        </p:nvSpPr>
        <p:spPr>
          <a:xfrm>
            <a:off x="4916119" y="915125"/>
            <a:ext cx="3271500" cy="32715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41" name="Google Shape;1141;p48"/>
          <p:cNvPicPr preferRelativeResize="0"/>
          <p:nvPr/>
        </p:nvPicPr>
        <p:blipFill>
          <a:blip r:embed="rId3"/>
          <a:srcRect l="4537" r="4537"/>
          <a:stretch/>
        </p:blipFill>
        <p:spPr>
          <a:xfrm>
            <a:off x="5043833" y="1043662"/>
            <a:ext cx="3016074" cy="3014426"/>
          </a:xfrm>
          <a:prstGeom prst="rect">
            <a:avLst/>
          </a:prstGeom>
          <a:noFill/>
          <a:ln>
            <a:noFill/>
          </a:ln>
        </p:spPr>
      </p:pic>
      <p:grpSp>
        <p:nvGrpSpPr>
          <p:cNvPr id="1142" name="Google Shape;1142;p48"/>
          <p:cNvGrpSpPr/>
          <p:nvPr/>
        </p:nvGrpSpPr>
        <p:grpSpPr>
          <a:xfrm>
            <a:off x="4905097" y="4262691"/>
            <a:ext cx="3293462" cy="92817"/>
            <a:chOff x="819025" y="3822075"/>
            <a:chExt cx="891450" cy="25125"/>
          </a:xfrm>
        </p:grpSpPr>
        <p:sp>
          <p:nvSpPr>
            <p:cNvPr id="1143" name="Google Shape;1143;p48"/>
            <p:cNvSpPr/>
            <p:nvPr/>
          </p:nvSpPr>
          <p:spPr>
            <a:xfrm>
              <a:off x="819025" y="3822375"/>
              <a:ext cx="891450" cy="24825"/>
            </a:xfrm>
            <a:custGeom>
              <a:avLst/>
              <a:gdLst/>
              <a:ahLst/>
              <a:cxnLst/>
              <a:rect l="l" t="t" r="r" b="b"/>
              <a:pathLst>
                <a:path w="35658" h="993" extrusionOk="0">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8"/>
            <p:cNvSpPr/>
            <p:nvPr/>
          </p:nvSpPr>
          <p:spPr>
            <a:xfrm>
              <a:off x="1235525" y="3823575"/>
              <a:ext cx="134825" cy="14025"/>
            </a:xfrm>
            <a:custGeom>
              <a:avLst/>
              <a:gdLst/>
              <a:ahLst/>
              <a:cxnLst/>
              <a:rect l="l" t="t" r="r" b="b"/>
              <a:pathLst>
                <a:path w="5393" h="561" extrusionOk="0">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8"/>
            <p:cNvSpPr/>
            <p:nvPr/>
          </p:nvSpPr>
          <p:spPr>
            <a:xfrm>
              <a:off x="1027875" y="3822075"/>
              <a:ext cx="23125" cy="13525"/>
            </a:xfrm>
            <a:custGeom>
              <a:avLst/>
              <a:gdLst/>
              <a:ahLst/>
              <a:cxnLst/>
              <a:rect l="l" t="t" r="r" b="b"/>
              <a:pathLst>
                <a:path w="925" h="541" extrusionOk="0">
                  <a:moveTo>
                    <a:pt x="609" y="0"/>
                  </a:moveTo>
                  <a:lnTo>
                    <a:pt x="0"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8"/>
            <p:cNvSpPr/>
            <p:nvPr/>
          </p:nvSpPr>
          <p:spPr>
            <a:xfrm>
              <a:off x="1042475" y="3822075"/>
              <a:ext cx="23150" cy="13525"/>
            </a:xfrm>
            <a:custGeom>
              <a:avLst/>
              <a:gdLst/>
              <a:ahLst/>
              <a:cxnLst/>
              <a:rect l="l" t="t" r="r" b="b"/>
              <a:pathLst>
                <a:path w="926" h="541" extrusionOk="0">
                  <a:moveTo>
                    <a:pt x="609" y="0"/>
                  </a:moveTo>
                  <a:lnTo>
                    <a:pt x="1"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8"/>
            <p:cNvSpPr/>
            <p:nvPr/>
          </p:nvSpPr>
          <p:spPr>
            <a:xfrm>
              <a:off x="1057100" y="3822075"/>
              <a:ext cx="23125" cy="13525"/>
            </a:xfrm>
            <a:custGeom>
              <a:avLst/>
              <a:gdLst/>
              <a:ahLst/>
              <a:cxnLst/>
              <a:rect l="l" t="t" r="r" b="b"/>
              <a:pathLst>
                <a:path w="925" h="541" extrusionOk="0">
                  <a:moveTo>
                    <a:pt x="609" y="0"/>
                  </a:moveTo>
                  <a:lnTo>
                    <a:pt x="0" y="541"/>
                  </a:lnTo>
                  <a:lnTo>
                    <a:pt x="316"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8"/>
            <p:cNvSpPr/>
            <p:nvPr/>
          </p:nvSpPr>
          <p:spPr>
            <a:xfrm>
              <a:off x="1071700" y="3822075"/>
              <a:ext cx="23150" cy="13525"/>
            </a:xfrm>
            <a:custGeom>
              <a:avLst/>
              <a:gdLst/>
              <a:ahLst/>
              <a:cxnLst/>
              <a:rect l="l" t="t" r="r" b="b"/>
              <a:pathLst>
                <a:path w="926" h="541" extrusionOk="0">
                  <a:moveTo>
                    <a:pt x="605" y="0"/>
                  </a:moveTo>
                  <a:lnTo>
                    <a:pt x="1" y="541"/>
                  </a:lnTo>
                  <a:lnTo>
                    <a:pt x="317"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8"/>
            <p:cNvSpPr/>
            <p:nvPr/>
          </p:nvSpPr>
          <p:spPr>
            <a:xfrm>
              <a:off x="1086300" y="3822075"/>
              <a:ext cx="23150" cy="13525"/>
            </a:xfrm>
            <a:custGeom>
              <a:avLst/>
              <a:gdLst/>
              <a:ahLst/>
              <a:cxnLst/>
              <a:rect l="l" t="t" r="r" b="b"/>
              <a:pathLst>
                <a:path w="926" h="541" extrusionOk="0">
                  <a:moveTo>
                    <a:pt x="605" y="0"/>
                  </a:moveTo>
                  <a:lnTo>
                    <a:pt x="1" y="541"/>
                  </a:lnTo>
                  <a:lnTo>
                    <a:pt x="317" y="541"/>
                  </a:lnTo>
                  <a:lnTo>
                    <a:pt x="9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48"/>
          <p:cNvSpPr txBox="1">
            <a:spLocks noGrp="1"/>
          </p:cNvSpPr>
          <p:nvPr>
            <p:ph type="title"/>
          </p:nvPr>
        </p:nvSpPr>
        <p:spPr>
          <a:xfrm>
            <a:off x="945441" y="1323878"/>
            <a:ext cx="3442500" cy="50492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Boitier 3D</a:t>
            </a:r>
            <a:endParaRPr dirty="0"/>
          </a:p>
        </p:txBody>
      </p:sp>
      <p:sp>
        <p:nvSpPr>
          <p:cNvPr id="1139" name="Google Shape;1139;p48"/>
          <p:cNvSpPr txBox="1">
            <a:spLocks noGrp="1"/>
          </p:cNvSpPr>
          <p:nvPr>
            <p:ph type="subTitle" idx="1"/>
          </p:nvPr>
        </p:nvSpPr>
        <p:spPr>
          <a:xfrm>
            <a:off x="945441" y="1828800"/>
            <a:ext cx="3442500" cy="107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Deuxième version du boitier</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 100x100mm</a:t>
            </a:r>
          </a:p>
          <a:p>
            <a:pPr marL="0" lvl="0" indent="0" algn="l" rtl="0">
              <a:spcBef>
                <a:spcPts val="0"/>
              </a:spcBef>
              <a:spcAft>
                <a:spcPts val="0"/>
              </a:spcAft>
              <a:buNone/>
            </a:pPr>
            <a:r>
              <a:rPr lang="en" dirty="0"/>
              <a:t>Support non inclus</a:t>
            </a:r>
            <a:endParaRPr dirty="0"/>
          </a:p>
        </p:txBody>
      </p:sp>
      <p:sp>
        <p:nvSpPr>
          <p:cNvPr id="1140" name="Google Shape;1140;p48"/>
          <p:cNvSpPr/>
          <p:nvPr/>
        </p:nvSpPr>
        <p:spPr>
          <a:xfrm>
            <a:off x="4916119" y="915125"/>
            <a:ext cx="3271500" cy="32715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41" name="Google Shape;1141;p48"/>
          <p:cNvPicPr preferRelativeResize="0"/>
          <p:nvPr/>
        </p:nvPicPr>
        <p:blipFill>
          <a:blip r:embed="rId3"/>
          <a:srcRect l="4827" r="4827"/>
          <a:stretch/>
        </p:blipFill>
        <p:spPr>
          <a:xfrm>
            <a:off x="5043833" y="1043662"/>
            <a:ext cx="3016074" cy="3014426"/>
          </a:xfrm>
          <a:prstGeom prst="rect">
            <a:avLst/>
          </a:prstGeom>
          <a:noFill/>
          <a:ln>
            <a:noFill/>
          </a:ln>
        </p:spPr>
      </p:pic>
      <p:grpSp>
        <p:nvGrpSpPr>
          <p:cNvPr id="1142" name="Google Shape;1142;p48"/>
          <p:cNvGrpSpPr/>
          <p:nvPr/>
        </p:nvGrpSpPr>
        <p:grpSpPr>
          <a:xfrm>
            <a:off x="4905097" y="4262691"/>
            <a:ext cx="3293462" cy="92817"/>
            <a:chOff x="819025" y="3822075"/>
            <a:chExt cx="891450" cy="25125"/>
          </a:xfrm>
        </p:grpSpPr>
        <p:sp>
          <p:nvSpPr>
            <p:cNvPr id="1143" name="Google Shape;1143;p48"/>
            <p:cNvSpPr/>
            <p:nvPr/>
          </p:nvSpPr>
          <p:spPr>
            <a:xfrm>
              <a:off x="819025" y="3822375"/>
              <a:ext cx="891450" cy="24825"/>
            </a:xfrm>
            <a:custGeom>
              <a:avLst/>
              <a:gdLst/>
              <a:ahLst/>
              <a:cxnLst/>
              <a:rect l="l" t="t" r="r" b="b"/>
              <a:pathLst>
                <a:path w="35658" h="993" extrusionOk="0">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8"/>
            <p:cNvSpPr/>
            <p:nvPr/>
          </p:nvSpPr>
          <p:spPr>
            <a:xfrm>
              <a:off x="1235525" y="3823575"/>
              <a:ext cx="134825" cy="14025"/>
            </a:xfrm>
            <a:custGeom>
              <a:avLst/>
              <a:gdLst/>
              <a:ahLst/>
              <a:cxnLst/>
              <a:rect l="l" t="t" r="r" b="b"/>
              <a:pathLst>
                <a:path w="5393" h="561" extrusionOk="0">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8"/>
            <p:cNvSpPr/>
            <p:nvPr/>
          </p:nvSpPr>
          <p:spPr>
            <a:xfrm>
              <a:off x="1027875" y="3822075"/>
              <a:ext cx="23125" cy="13525"/>
            </a:xfrm>
            <a:custGeom>
              <a:avLst/>
              <a:gdLst/>
              <a:ahLst/>
              <a:cxnLst/>
              <a:rect l="l" t="t" r="r" b="b"/>
              <a:pathLst>
                <a:path w="925" h="541" extrusionOk="0">
                  <a:moveTo>
                    <a:pt x="609" y="0"/>
                  </a:moveTo>
                  <a:lnTo>
                    <a:pt x="0"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8"/>
            <p:cNvSpPr/>
            <p:nvPr/>
          </p:nvSpPr>
          <p:spPr>
            <a:xfrm>
              <a:off x="1042475" y="3822075"/>
              <a:ext cx="23150" cy="13525"/>
            </a:xfrm>
            <a:custGeom>
              <a:avLst/>
              <a:gdLst/>
              <a:ahLst/>
              <a:cxnLst/>
              <a:rect l="l" t="t" r="r" b="b"/>
              <a:pathLst>
                <a:path w="926" h="541" extrusionOk="0">
                  <a:moveTo>
                    <a:pt x="609" y="0"/>
                  </a:moveTo>
                  <a:lnTo>
                    <a:pt x="1"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8"/>
            <p:cNvSpPr/>
            <p:nvPr/>
          </p:nvSpPr>
          <p:spPr>
            <a:xfrm>
              <a:off x="1057100" y="3822075"/>
              <a:ext cx="23125" cy="13525"/>
            </a:xfrm>
            <a:custGeom>
              <a:avLst/>
              <a:gdLst/>
              <a:ahLst/>
              <a:cxnLst/>
              <a:rect l="l" t="t" r="r" b="b"/>
              <a:pathLst>
                <a:path w="925" h="541" extrusionOk="0">
                  <a:moveTo>
                    <a:pt x="609" y="0"/>
                  </a:moveTo>
                  <a:lnTo>
                    <a:pt x="0" y="541"/>
                  </a:lnTo>
                  <a:lnTo>
                    <a:pt x="316"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8"/>
            <p:cNvSpPr/>
            <p:nvPr/>
          </p:nvSpPr>
          <p:spPr>
            <a:xfrm>
              <a:off x="1071700" y="3822075"/>
              <a:ext cx="23150" cy="13525"/>
            </a:xfrm>
            <a:custGeom>
              <a:avLst/>
              <a:gdLst/>
              <a:ahLst/>
              <a:cxnLst/>
              <a:rect l="l" t="t" r="r" b="b"/>
              <a:pathLst>
                <a:path w="926" h="541" extrusionOk="0">
                  <a:moveTo>
                    <a:pt x="605" y="0"/>
                  </a:moveTo>
                  <a:lnTo>
                    <a:pt x="1" y="541"/>
                  </a:lnTo>
                  <a:lnTo>
                    <a:pt x="317"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8"/>
            <p:cNvSpPr/>
            <p:nvPr/>
          </p:nvSpPr>
          <p:spPr>
            <a:xfrm>
              <a:off x="1086300" y="3822075"/>
              <a:ext cx="23150" cy="13525"/>
            </a:xfrm>
            <a:custGeom>
              <a:avLst/>
              <a:gdLst/>
              <a:ahLst/>
              <a:cxnLst/>
              <a:rect l="l" t="t" r="r" b="b"/>
              <a:pathLst>
                <a:path w="926" h="541" extrusionOk="0">
                  <a:moveTo>
                    <a:pt x="605" y="0"/>
                  </a:moveTo>
                  <a:lnTo>
                    <a:pt x="1" y="541"/>
                  </a:lnTo>
                  <a:lnTo>
                    <a:pt x="317" y="541"/>
                  </a:lnTo>
                  <a:lnTo>
                    <a:pt x="9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906581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48"/>
          <p:cNvSpPr txBox="1">
            <a:spLocks noGrp="1"/>
          </p:cNvSpPr>
          <p:nvPr>
            <p:ph type="title"/>
          </p:nvPr>
        </p:nvSpPr>
        <p:spPr>
          <a:xfrm>
            <a:off x="945441" y="1323878"/>
            <a:ext cx="3442500" cy="50492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Boitier 3D</a:t>
            </a:r>
            <a:endParaRPr dirty="0"/>
          </a:p>
        </p:txBody>
      </p:sp>
      <p:sp>
        <p:nvSpPr>
          <p:cNvPr id="1139" name="Google Shape;1139;p48"/>
          <p:cNvSpPr txBox="1">
            <a:spLocks noGrp="1"/>
          </p:cNvSpPr>
          <p:nvPr>
            <p:ph type="subTitle" idx="1"/>
          </p:nvPr>
        </p:nvSpPr>
        <p:spPr>
          <a:xfrm>
            <a:off x="945441" y="1828800"/>
            <a:ext cx="3442500" cy="107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Troisième version du boitier</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 100x135mm</a:t>
            </a:r>
          </a:p>
          <a:p>
            <a:pPr marL="0" lvl="0" indent="0" algn="l" rtl="0">
              <a:spcBef>
                <a:spcPts val="0"/>
              </a:spcBef>
              <a:spcAft>
                <a:spcPts val="0"/>
              </a:spcAft>
              <a:buNone/>
            </a:pPr>
            <a:r>
              <a:rPr lang="en" dirty="0"/>
              <a:t>Ouverture pour les capteurs</a:t>
            </a:r>
            <a:endParaRPr dirty="0"/>
          </a:p>
        </p:txBody>
      </p:sp>
      <p:sp>
        <p:nvSpPr>
          <p:cNvPr id="1140" name="Google Shape;1140;p48"/>
          <p:cNvSpPr/>
          <p:nvPr/>
        </p:nvSpPr>
        <p:spPr>
          <a:xfrm>
            <a:off x="4916119" y="915125"/>
            <a:ext cx="3271500" cy="32715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41" name="Google Shape;1141;p48"/>
          <p:cNvPicPr preferRelativeResize="0"/>
          <p:nvPr/>
        </p:nvPicPr>
        <p:blipFill rotWithShape="1">
          <a:blip r:embed="rId3"/>
          <a:srcRect l="11978" r="18482"/>
          <a:stretch/>
        </p:blipFill>
        <p:spPr>
          <a:xfrm>
            <a:off x="5043833" y="1043662"/>
            <a:ext cx="3016074" cy="3014426"/>
          </a:xfrm>
          <a:prstGeom prst="rect">
            <a:avLst/>
          </a:prstGeom>
          <a:noFill/>
          <a:ln>
            <a:noFill/>
          </a:ln>
        </p:spPr>
      </p:pic>
      <p:grpSp>
        <p:nvGrpSpPr>
          <p:cNvPr id="1142" name="Google Shape;1142;p48"/>
          <p:cNvGrpSpPr/>
          <p:nvPr/>
        </p:nvGrpSpPr>
        <p:grpSpPr>
          <a:xfrm>
            <a:off x="4905097" y="4262691"/>
            <a:ext cx="3293462" cy="92817"/>
            <a:chOff x="819025" y="3822075"/>
            <a:chExt cx="891450" cy="25125"/>
          </a:xfrm>
        </p:grpSpPr>
        <p:sp>
          <p:nvSpPr>
            <p:cNvPr id="1143" name="Google Shape;1143;p48"/>
            <p:cNvSpPr/>
            <p:nvPr/>
          </p:nvSpPr>
          <p:spPr>
            <a:xfrm>
              <a:off x="819025" y="3822375"/>
              <a:ext cx="891450" cy="24825"/>
            </a:xfrm>
            <a:custGeom>
              <a:avLst/>
              <a:gdLst/>
              <a:ahLst/>
              <a:cxnLst/>
              <a:rect l="l" t="t" r="r" b="b"/>
              <a:pathLst>
                <a:path w="35658" h="993" extrusionOk="0">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8"/>
            <p:cNvSpPr/>
            <p:nvPr/>
          </p:nvSpPr>
          <p:spPr>
            <a:xfrm>
              <a:off x="1235525" y="3823575"/>
              <a:ext cx="134825" cy="14025"/>
            </a:xfrm>
            <a:custGeom>
              <a:avLst/>
              <a:gdLst/>
              <a:ahLst/>
              <a:cxnLst/>
              <a:rect l="l" t="t" r="r" b="b"/>
              <a:pathLst>
                <a:path w="5393" h="561" extrusionOk="0">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8"/>
            <p:cNvSpPr/>
            <p:nvPr/>
          </p:nvSpPr>
          <p:spPr>
            <a:xfrm>
              <a:off x="1027875" y="3822075"/>
              <a:ext cx="23125" cy="13525"/>
            </a:xfrm>
            <a:custGeom>
              <a:avLst/>
              <a:gdLst/>
              <a:ahLst/>
              <a:cxnLst/>
              <a:rect l="l" t="t" r="r" b="b"/>
              <a:pathLst>
                <a:path w="925" h="541" extrusionOk="0">
                  <a:moveTo>
                    <a:pt x="609" y="0"/>
                  </a:moveTo>
                  <a:lnTo>
                    <a:pt x="0"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8"/>
            <p:cNvSpPr/>
            <p:nvPr/>
          </p:nvSpPr>
          <p:spPr>
            <a:xfrm>
              <a:off x="1042475" y="3822075"/>
              <a:ext cx="23150" cy="13525"/>
            </a:xfrm>
            <a:custGeom>
              <a:avLst/>
              <a:gdLst/>
              <a:ahLst/>
              <a:cxnLst/>
              <a:rect l="l" t="t" r="r" b="b"/>
              <a:pathLst>
                <a:path w="926" h="541" extrusionOk="0">
                  <a:moveTo>
                    <a:pt x="609" y="0"/>
                  </a:moveTo>
                  <a:lnTo>
                    <a:pt x="1"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8"/>
            <p:cNvSpPr/>
            <p:nvPr/>
          </p:nvSpPr>
          <p:spPr>
            <a:xfrm>
              <a:off x="1057100" y="3822075"/>
              <a:ext cx="23125" cy="13525"/>
            </a:xfrm>
            <a:custGeom>
              <a:avLst/>
              <a:gdLst/>
              <a:ahLst/>
              <a:cxnLst/>
              <a:rect l="l" t="t" r="r" b="b"/>
              <a:pathLst>
                <a:path w="925" h="541" extrusionOk="0">
                  <a:moveTo>
                    <a:pt x="609" y="0"/>
                  </a:moveTo>
                  <a:lnTo>
                    <a:pt x="0" y="541"/>
                  </a:lnTo>
                  <a:lnTo>
                    <a:pt x="316"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8"/>
            <p:cNvSpPr/>
            <p:nvPr/>
          </p:nvSpPr>
          <p:spPr>
            <a:xfrm>
              <a:off x="1071700" y="3822075"/>
              <a:ext cx="23150" cy="13525"/>
            </a:xfrm>
            <a:custGeom>
              <a:avLst/>
              <a:gdLst/>
              <a:ahLst/>
              <a:cxnLst/>
              <a:rect l="l" t="t" r="r" b="b"/>
              <a:pathLst>
                <a:path w="926" h="541" extrusionOk="0">
                  <a:moveTo>
                    <a:pt x="605" y="0"/>
                  </a:moveTo>
                  <a:lnTo>
                    <a:pt x="1" y="541"/>
                  </a:lnTo>
                  <a:lnTo>
                    <a:pt x="317"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8"/>
            <p:cNvSpPr/>
            <p:nvPr/>
          </p:nvSpPr>
          <p:spPr>
            <a:xfrm>
              <a:off x="1086300" y="3822075"/>
              <a:ext cx="23150" cy="13525"/>
            </a:xfrm>
            <a:custGeom>
              <a:avLst/>
              <a:gdLst/>
              <a:ahLst/>
              <a:cxnLst/>
              <a:rect l="l" t="t" r="r" b="b"/>
              <a:pathLst>
                <a:path w="926" h="541" extrusionOk="0">
                  <a:moveTo>
                    <a:pt x="605" y="0"/>
                  </a:moveTo>
                  <a:lnTo>
                    <a:pt x="1" y="541"/>
                  </a:lnTo>
                  <a:lnTo>
                    <a:pt x="317" y="541"/>
                  </a:lnTo>
                  <a:lnTo>
                    <a:pt x="9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09792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48"/>
          <p:cNvSpPr txBox="1">
            <a:spLocks noGrp="1"/>
          </p:cNvSpPr>
          <p:nvPr>
            <p:ph type="title"/>
          </p:nvPr>
        </p:nvSpPr>
        <p:spPr>
          <a:xfrm>
            <a:off x="945441" y="1323878"/>
            <a:ext cx="3442500" cy="50492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Boitier 3D</a:t>
            </a:r>
            <a:endParaRPr dirty="0"/>
          </a:p>
        </p:txBody>
      </p:sp>
      <p:sp>
        <p:nvSpPr>
          <p:cNvPr id="1139" name="Google Shape;1139;p48"/>
          <p:cNvSpPr txBox="1">
            <a:spLocks noGrp="1"/>
          </p:cNvSpPr>
          <p:nvPr>
            <p:ph type="subTitle" idx="1"/>
          </p:nvPr>
        </p:nvSpPr>
        <p:spPr>
          <a:xfrm>
            <a:off x="945441" y="1828800"/>
            <a:ext cx="3442500" cy="107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Deuxième version du boitier</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 100x135mm</a:t>
            </a:r>
          </a:p>
          <a:p>
            <a:pPr marL="0" lvl="0" indent="0" algn="l" rtl="0">
              <a:spcBef>
                <a:spcPts val="0"/>
              </a:spcBef>
              <a:spcAft>
                <a:spcPts val="0"/>
              </a:spcAft>
              <a:buNone/>
            </a:pPr>
            <a:r>
              <a:rPr lang="en" dirty="0"/>
              <a:t>Support inclus</a:t>
            </a:r>
            <a:endParaRPr dirty="0"/>
          </a:p>
        </p:txBody>
      </p:sp>
      <p:sp>
        <p:nvSpPr>
          <p:cNvPr id="1140" name="Google Shape;1140;p48"/>
          <p:cNvSpPr/>
          <p:nvPr/>
        </p:nvSpPr>
        <p:spPr>
          <a:xfrm>
            <a:off x="4916119" y="915125"/>
            <a:ext cx="3271500" cy="32715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41" name="Google Shape;1141;p48"/>
          <p:cNvPicPr preferRelativeResize="0"/>
          <p:nvPr/>
        </p:nvPicPr>
        <p:blipFill>
          <a:blip r:embed="rId3"/>
          <a:srcRect l="13037" r="13037"/>
          <a:stretch/>
        </p:blipFill>
        <p:spPr>
          <a:xfrm>
            <a:off x="5043833" y="1043662"/>
            <a:ext cx="3016074" cy="3014426"/>
          </a:xfrm>
          <a:prstGeom prst="rect">
            <a:avLst/>
          </a:prstGeom>
          <a:noFill/>
          <a:ln>
            <a:noFill/>
          </a:ln>
        </p:spPr>
      </p:pic>
      <p:grpSp>
        <p:nvGrpSpPr>
          <p:cNvPr id="1142" name="Google Shape;1142;p48"/>
          <p:cNvGrpSpPr/>
          <p:nvPr/>
        </p:nvGrpSpPr>
        <p:grpSpPr>
          <a:xfrm>
            <a:off x="4905097" y="4262691"/>
            <a:ext cx="3293462" cy="92817"/>
            <a:chOff x="819025" y="3822075"/>
            <a:chExt cx="891450" cy="25125"/>
          </a:xfrm>
        </p:grpSpPr>
        <p:sp>
          <p:nvSpPr>
            <p:cNvPr id="1143" name="Google Shape;1143;p48"/>
            <p:cNvSpPr/>
            <p:nvPr/>
          </p:nvSpPr>
          <p:spPr>
            <a:xfrm>
              <a:off x="819025" y="3822375"/>
              <a:ext cx="891450" cy="24825"/>
            </a:xfrm>
            <a:custGeom>
              <a:avLst/>
              <a:gdLst/>
              <a:ahLst/>
              <a:cxnLst/>
              <a:rect l="l" t="t" r="r" b="b"/>
              <a:pathLst>
                <a:path w="35658" h="993" extrusionOk="0">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8"/>
            <p:cNvSpPr/>
            <p:nvPr/>
          </p:nvSpPr>
          <p:spPr>
            <a:xfrm>
              <a:off x="1235525" y="3823575"/>
              <a:ext cx="134825" cy="14025"/>
            </a:xfrm>
            <a:custGeom>
              <a:avLst/>
              <a:gdLst/>
              <a:ahLst/>
              <a:cxnLst/>
              <a:rect l="l" t="t" r="r" b="b"/>
              <a:pathLst>
                <a:path w="5393" h="561" extrusionOk="0">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8"/>
            <p:cNvSpPr/>
            <p:nvPr/>
          </p:nvSpPr>
          <p:spPr>
            <a:xfrm>
              <a:off x="1027875" y="3822075"/>
              <a:ext cx="23125" cy="13525"/>
            </a:xfrm>
            <a:custGeom>
              <a:avLst/>
              <a:gdLst/>
              <a:ahLst/>
              <a:cxnLst/>
              <a:rect l="l" t="t" r="r" b="b"/>
              <a:pathLst>
                <a:path w="925" h="541" extrusionOk="0">
                  <a:moveTo>
                    <a:pt x="609" y="0"/>
                  </a:moveTo>
                  <a:lnTo>
                    <a:pt x="0"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8"/>
            <p:cNvSpPr/>
            <p:nvPr/>
          </p:nvSpPr>
          <p:spPr>
            <a:xfrm>
              <a:off x="1042475" y="3822075"/>
              <a:ext cx="23150" cy="13525"/>
            </a:xfrm>
            <a:custGeom>
              <a:avLst/>
              <a:gdLst/>
              <a:ahLst/>
              <a:cxnLst/>
              <a:rect l="l" t="t" r="r" b="b"/>
              <a:pathLst>
                <a:path w="926" h="541" extrusionOk="0">
                  <a:moveTo>
                    <a:pt x="609" y="0"/>
                  </a:moveTo>
                  <a:lnTo>
                    <a:pt x="1"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8"/>
            <p:cNvSpPr/>
            <p:nvPr/>
          </p:nvSpPr>
          <p:spPr>
            <a:xfrm>
              <a:off x="1057100" y="3822075"/>
              <a:ext cx="23125" cy="13525"/>
            </a:xfrm>
            <a:custGeom>
              <a:avLst/>
              <a:gdLst/>
              <a:ahLst/>
              <a:cxnLst/>
              <a:rect l="l" t="t" r="r" b="b"/>
              <a:pathLst>
                <a:path w="925" h="541" extrusionOk="0">
                  <a:moveTo>
                    <a:pt x="609" y="0"/>
                  </a:moveTo>
                  <a:lnTo>
                    <a:pt x="0" y="541"/>
                  </a:lnTo>
                  <a:lnTo>
                    <a:pt x="316"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8"/>
            <p:cNvSpPr/>
            <p:nvPr/>
          </p:nvSpPr>
          <p:spPr>
            <a:xfrm>
              <a:off x="1071700" y="3822075"/>
              <a:ext cx="23150" cy="13525"/>
            </a:xfrm>
            <a:custGeom>
              <a:avLst/>
              <a:gdLst/>
              <a:ahLst/>
              <a:cxnLst/>
              <a:rect l="l" t="t" r="r" b="b"/>
              <a:pathLst>
                <a:path w="926" h="541" extrusionOk="0">
                  <a:moveTo>
                    <a:pt x="605" y="0"/>
                  </a:moveTo>
                  <a:lnTo>
                    <a:pt x="1" y="541"/>
                  </a:lnTo>
                  <a:lnTo>
                    <a:pt x="317"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8"/>
            <p:cNvSpPr/>
            <p:nvPr/>
          </p:nvSpPr>
          <p:spPr>
            <a:xfrm>
              <a:off x="1086300" y="3822075"/>
              <a:ext cx="23150" cy="13525"/>
            </a:xfrm>
            <a:custGeom>
              <a:avLst/>
              <a:gdLst/>
              <a:ahLst/>
              <a:cxnLst/>
              <a:rect l="l" t="t" r="r" b="b"/>
              <a:pathLst>
                <a:path w="926" h="541" extrusionOk="0">
                  <a:moveTo>
                    <a:pt x="605" y="0"/>
                  </a:moveTo>
                  <a:lnTo>
                    <a:pt x="1" y="541"/>
                  </a:lnTo>
                  <a:lnTo>
                    <a:pt x="317" y="541"/>
                  </a:lnTo>
                  <a:lnTo>
                    <a:pt x="9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33372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44"/>
          <p:cNvSpPr txBox="1">
            <a:spLocks noGrp="1"/>
          </p:cNvSpPr>
          <p:nvPr>
            <p:ph type="title"/>
          </p:nvPr>
        </p:nvSpPr>
        <p:spPr>
          <a:xfrm>
            <a:off x="822000" y="1658157"/>
            <a:ext cx="7499700" cy="125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96,75€</a:t>
            </a:r>
            <a:endParaRPr dirty="0"/>
          </a:p>
        </p:txBody>
      </p:sp>
      <p:sp>
        <p:nvSpPr>
          <p:cNvPr id="1082" name="Google Shape;1082;p44"/>
          <p:cNvSpPr txBox="1">
            <a:spLocks noGrp="1"/>
          </p:cNvSpPr>
          <p:nvPr>
            <p:ph type="subTitle" idx="1"/>
          </p:nvPr>
        </p:nvSpPr>
        <p:spPr>
          <a:xfrm flipH="1">
            <a:off x="822300" y="2899240"/>
            <a:ext cx="7499700" cy="39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Prix HT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34"/>
          <p:cNvSpPr/>
          <p:nvPr/>
        </p:nvSpPr>
        <p:spPr>
          <a:xfrm>
            <a:off x="946854" y="915125"/>
            <a:ext cx="3271500" cy="32715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4"/>
          <p:cNvSpPr txBox="1">
            <a:spLocks noGrp="1"/>
          </p:cNvSpPr>
          <p:nvPr>
            <p:ph type="title"/>
          </p:nvPr>
        </p:nvSpPr>
        <p:spPr>
          <a:xfrm>
            <a:off x="4587168" y="3394725"/>
            <a:ext cx="3621000" cy="40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Batterie</a:t>
            </a:r>
            <a:endParaRPr dirty="0"/>
          </a:p>
        </p:txBody>
      </p:sp>
      <p:sp>
        <p:nvSpPr>
          <p:cNvPr id="871" name="Google Shape;871;p34"/>
          <p:cNvSpPr txBox="1">
            <a:spLocks noGrp="1"/>
          </p:cNvSpPr>
          <p:nvPr>
            <p:ph type="subTitle" idx="1"/>
          </p:nvPr>
        </p:nvSpPr>
        <p:spPr>
          <a:xfrm>
            <a:off x="4587168" y="1338250"/>
            <a:ext cx="3621000" cy="1936500"/>
          </a:xfrm>
          <a:prstGeom prst="rect">
            <a:avLst/>
          </a:prstGeom>
        </p:spPr>
        <p:txBody>
          <a:bodyPr spcFirstLastPara="1" wrap="square" lIns="91425" tIns="91425" rIns="91425" bIns="91425" anchor="ctr" anchorCtr="0">
            <a:noAutofit/>
          </a:bodyPr>
          <a:lstStyle/>
          <a:p>
            <a:pPr algn="l"/>
            <a:r>
              <a:rPr lang="fr-FR" b="1" u="sng" dirty="0">
                <a:solidFill>
                  <a:srgbClr val="2D2B2D"/>
                </a:solidFill>
                <a:effectLst/>
                <a:latin typeface="ProximaNova-Cond-Bold"/>
              </a:rPr>
              <a:t>PS640GB</a:t>
            </a:r>
          </a:p>
          <a:p>
            <a:pPr algn="l"/>
            <a:r>
              <a:rPr lang="fr-FR" b="1" dirty="0">
                <a:solidFill>
                  <a:srgbClr val="2D2B2D"/>
                </a:solidFill>
                <a:latin typeface="ProximaNova-Cond-Bold"/>
              </a:rPr>
              <a:t>6V – 4,5Ah</a:t>
            </a:r>
          </a:p>
          <a:p>
            <a:pPr algn="l"/>
            <a:r>
              <a:rPr lang="fr-FR" b="1" dirty="0">
                <a:solidFill>
                  <a:srgbClr val="2D2B2D"/>
                </a:solidFill>
                <a:effectLst/>
                <a:latin typeface="ProximaNova-Cond-Bold"/>
              </a:rPr>
              <a:t>70 x 48 x 102 mm</a:t>
            </a:r>
          </a:p>
        </p:txBody>
      </p:sp>
      <p:pic>
        <p:nvPicPr>
          <p:cNvPr id="872" name="Google Shape;872;p34"/>
          <p:cNvPicPr preferRelativeResize="0"/>
          <p:nvPr/>
        </p:nvPicPr>
        <p:blipFill>
          <a:blip r:embed="rId3"/>
          <a:srcRect t="27" b="27"/>
          <a:stretch/>
        </p:blipFill>
        <p:spPr>
          <a:xfrm flipH="1">
            <a:off x="1074566" y="1043662"/>
            <a:ext cx="3016076" cy="3014426"/>
          </a:xfrm>
          <a:prstGeom prst="rect">
            <a:avLst/>
          </a:prstGeom>
          <a:noFill/>
          <a:ln>
            <a:noFill/>
          </a:ln>
        </p:spPr>
      </p:pic>
      <p:grpSp>
        <p:nvGrpSpPr>
          <p:cNvPr id="873" name="Google Shape;873;p34"/>
          <p:cNvGrpSpPr/>
          <p:nvPr/>
        </p:nvGrpSpPr>
        <p:grpSpPr>
          <a:xfrm>
            <a:off x="935832" y="4262691"/>
            <a:ext cx="3293462" cy="92817"/>
            <a:chOff x="819025" y="3822075"/>
            <a:chExt cx="891450" cy="25125"/>
          </a:xfrm>
        </p:grpSpPr>
        <p:sp>
          <p:nvSpPr>
            <p:cNvPr id="874" name="Google Shape;874;p34"/>
            <p:cNvSpPr/>
            <p:nvPr/>
          </p:nvSpPr>
          <p:spPr>
            <a:xfrm>
              <a:off x="819025" y="3822375"/>
              <a:ext cx="891450" cy="24825"/>
            </a:xfrm>
            <a:custGeom>
              <a:avLst/>
              <a:gdLst/>
              <a:ahLst/>
              <a:cxnLst/>
              <a:rect l="l" t="t" r="r" b="b"/>
              <a:pathLst>
                <a:path w="35658" h="993" extrusionOk="0">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4"/>
            <p:cNvSpPr/>
            <p:nvPr/>
          </p:nvSpPr>
          <p:spPr>
            <a:xfrm>
              <a:off x="1235525" y="3823575"/>
              <a:ext cx="134825" cy="14025"/>
            </a:xfrm>
            <a:custGeom>
              <a:avLst/>
              <a:gdLst/>
              <a:ahLst/>
              <a:cxnLst/>
              <a:rect l="l" t="t" r="r" b="b"/>
              <a:pathLst>
                <a:path w="5393" h="561" extrusionOk="0">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4"/>
            <p:cNvSpPr/>
            <p:nvPr/>
          </p:nvSpPr>
          <p:spPr>
            <a:xfrm>
              <a:off x="1027875" y="3822075"/>
              <a:ext cx="23125" cy="13525"/>
            </a:xfrm>
            <a:custGeom>
              <a:avLst/>
              <a:gdLst/>
              <a:ahLst/>
              <a:cxnLst/>
              <a:rect l="l" t="t" r="r" b="b"/>
              <a:pathLst>
                <a:path w="925" h="541" extrusionOk="0">
                  <a:moveTo>
                    <a:pt x="609" y="0"/>
                  </a:moveTo>
                  <a:lnTo>
                    <a:pt x="0"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4"/>
            <p:cNvSpPr/>
            <p:nvPr/>
          </p:nvSpPr>
          <p:spPr>
            <a:xfrm>
              <a:off x="1042475" y="3822075"/>
              <a:ext cx="23150" cy="13525"/>
            </a:xfrm>
            <a:custGeom>
              <a:avLst/>
              <a:gdLst/>
              <a:ahLst/>
              <a:cxnLst/>
              <a:rect l="l" t="t" r="r" b="b"/>
              <a:pathLst>
                <a:path w="926" h="541" extrusionOk="0">
                  <a:moveTo>
                    <a:pt x="609" y="0"/>
                  </a:moveTo>
                  <a:lnTo>
                    <a:pt x="1"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4"/>
            <p:cNvSpPr/>
            <p:nvPr/>
          </p:nvSpPr>
          <p:spPr>
            <a:xfrm>
              <a:off x="1057100" y="3822075"/>
              <a:ext cx="23125" cy="13525"/>
            </a:xfrm>
            <a:custGeom>
              <a:avLst/>
              <a:gdLst/>
              <a:ahLst/>
              <a:cxnLst/>
              <a:rect l="l" t="t" r="r" b="b"/>
              <a:pathLst>
                <a:path w="925" h="541" extrusionOk="0">
                  <a:moveTo>
                    <a:pt x="609" y="0"/>
                  </a:moveTo>
                  <a:lnTo>
                    <a:pt x="0" y="541"/>
                  </a:lnTo>
                  <a:lnTo>
                    <a:pt x="316"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4"/>
            <p:cNvSpPr/>
            <p:nvPr/>
          </p:nvSpPr>
          <p:spPr>
            <a:xfrm>
              <a:off x="1071700" y="3822075"/>
              <a:ext cx="23150" cy="13525"/>
            </a:xfrm>
            <a:custGeom>
              <a:avLst/>
              <a:gdLst/>
              <a:ahLst/>
              <a:cxnLst/>
              <a:rect l="l" t="t" r="r" b="b"/>
              <a:pathLst>
                <a:path w="926" h="541" extrusionOk="0">
                  <a:moveTo>
                    <a:pt x="605" y="0"/>
                  </a:moveTo>
                  <a:lnTo>
                    <a:pt x="1" y="541"/>
                  </a:lnTo>
                  <a:lnTo>
                    <a:pt x="317"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4"/>
            <p:cNvSpPr/>
            <p:nvPr/>
          </p:nvSpPr>
          <p:spPr>
            <a:xfrm>
              <a:off x="1086300" y="3822075"/>
              <a:ext cx="23150" cy="13525"/>
            </a:xfrm>
            <a:custGeom>
              <a:avLst/>
              <a:gdLst/>
              <a:ahLst/>
              <a:cxnLst/>
              <a:rect l="l" t="t" r="r" b="b"/>
              <a:pathLst>
                <a:path w="926" h="541" extrusionOk="0">
                  <a:moveTo>
                    <a:pt x="605" y="0"/>
                  </a:moveTo>
                  <a:lnTo>
                    <a:pt x="1" y="541"/>
                  </a:lnTo>
                  <a:lnTo>
                    <a:pt x="317" y="541"/>
                  </a:lnTo>
                  <a:lnTo>
                    <a:pt x="9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56464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44"/>
          <p:cNvSpPr txBox="1">
            <a:spLocks noGrp="1"/>
          </p:cNvSpPr>
          <p:nvPr>
            <p:ph type="title"/>
          </p:nvPr>
        </p:nvSpPr>
        <p:spPr>
          <a:xfrm>
            <a:off x="822000" y="1658157"/>
            <a:ext cx="7499700" cy="125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Q = 4Ah</a:t>
            </a:r>
            <a:endParaRPr dirty="0"/>
          </a:p>
        </p:txBody>
      </p:sp>
      <p:sp>
        <p:nvSpPr>
          <p:cNvPr id="1082" name="Google Shape;1082;p44"/>
          <p:cNvSpPr txBox="1">
            <a:spLocks noGrp="1"/>
          </p:cNvSpPr>
          <p:nvPr>
            <p:ph type="subTitle" idx="1"/>
          </p:nvPr>
        </p:nvSpPr>
        <p:spPr>
          <a:xfrm flipH="1">
            <a:off x="822300" y="2899240"/>
            <a:ext cx="7499700" cy="39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Q = I*T = 0,5*8</a:t>
            </a:r>
          </a:p>
        </p:txBody>
      </p:sp>
    </p:spTree>
    <p:extLst>
      <p:ext uri="{BB962C8B-B14F-4D97-AF65-F5344CB8AC3E}">
        <p14:creationId xmlns:p14="http://schemas.microsoft.com/office/powerpoint/2010/main" val="3200985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44"/>
          <p:cNvSpPr txBox="1">
            <a:spLocks noGrp="1"/>
          </p:cNvSpPr>
          <p:nvPr>
            <p:ph type="title"/>
          </p:nvPr>
        </p:nvSpPr>
        <p:spPr>
          <a:xfrm>
            <a:off x="822000" y="1658157"/>
            <a:ext cx="7499700" cy="125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A.bat = 10,8h</a:t>
            </a:r>
            <a:endParaRPr dirty="0"/>
          </a:p>
        </p:txBody>
      </p:sp>
      <p:sp>
        <p:nvSpPr>
          <p:cNvPr id="1082" name="Google Shape;1082;p44"/>
          <p:cNvSpPr txBox="1">
            <a:spLocks noGrp="1"/>
          </p:cNvSpPr>
          <p:nvPr>
            <p:ph type="subTitle" idx="1"/>
          </p:nvPr>
        </p:nvSpPr>
        <p:spPr>
          <a:xfrm flipH="1">
            <a:off x="822300" y="2899240"/>
            <a:ext cx="7499700" cy="39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a:t>
            </a:r>
            <a:r>
              <a:rPr lang="fr-FR" dirty="0"/>
              <a:t>B</a:t>
            </a:r>
            <a:r>
              <a:rPr lang="en" dirty="0"/>
              <a:t>at = Ah/</a:t>
            </a:r>
            <a:r>
              <a:rPr lang="fr-FR" dirty="0"/>
              <a:t>I</a:t>
            </a:r>
            <a:r>
              <a:rPr lang="en" dirty="0"/>
              <a:t> </a:t>
            </a:r>
          </a:p>
        </p:txBody>
      </p:sp>
    </p:spTree>
    <p:extLst>
      <p:ext uri="{BB962C8B-B14F-4D97-AF65-F5344CB8AC3E}">
        <p14:creationId xmlns:p14="http://schemas.microsoft.com/office/powerpoint/2010/main" val="384353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51"/>
          <p:cNvSpPr txBox="1">
            <a:spLocks noGrp="1"/>
          </p:cNvSpPr>
          <p:nvPr>
            <p:ph type="body" idx="1"/>
          </p:nvPr>
        </p:nvSpPr>
        <p:spPr>
          <a:xfrm>
            <a:off x="1130069" y="1332823"/>
            <a:ext cx="6402600" cy="2682600"/>
          </a:xfrm>
          <a:prstGeom prst="rect">
            <a:avLst/>
          </a:prstGeom>
        </p:spPr>
        <p:txBody>
          <a:bodyPr spcFirstLastPara="1" wrap="square" lIns="91425" tIns="91425" rIns="91425" bIns="91425" anchor="ctr" anchorCtr="0">
            <a:noAutofit/>
          </a:bodyPr>
          <a:lstStyle/>
          <a:p>
            <a:pPr>
              <a:buFont typeface="Arial" panose="020B0604020202020204" pitchFamily="34" charset="0"/>
              <a:buChar char="•"/>
            </a:pPr>
            <a:r>
              <a:rPr lang="fr-FR" b="1" dirty="0"/>
              <a:t>Conditions du test :</a:t>
            </a:r>
            <a:endParaRPr lang="fr-FR" dirty="0"/>
          </a:p>
          <a:p>
            <a:pPr marL="1200150" lvl="2" indent="-285750">
              <a:buFont typeface="Arial" panose="020B0604020202020204" pitchFamily="34" charset="0"/>
              <a:buChar char="•"/>
            </a:pPr>
            <a:r>
              <a:rPr lang="fr-FR" sz="1000" dirty="0"/>
              <a:t>Salle v201 ou en salle B311</a:t>
            </a:r>
          </a:p>
          <a:p>
            <a:pPr marL="1200150" lvl="2" indent="-285750">
              <a:buFont typeface="Arial" panose="020B0604020202020204" pitchFamily="34" charset="0"/>
              <a:buChar char="•"/>
            </a:pPr>
            <a:r>
              <a:rPr lang="fr-FR" sz="1000" dirty="0"/>
              <a:t>30 personnes</a:t>
            </a:r>
          </a:p>
          <a:p>
            <a:pPr marL="1200150" lvl="2" indent="-285750">
              <a:buFont typeface="Arial" panose="020B0604020202020204" pitchFamily="34" charset="0"/>
              <a:buChar char="•"/>
            </a:pPr>
            <a:r>
              <a:rPr lang="fr-FR" sz="1000" dirty="0"/>
              <a:t>Durée : 3h</a:t>
            </a:r>
          </a:p>
          <a:p>
            <a:pPr marL="1200150" lvl="2" indent="-285750">
              <a:buFont typeface="Arial" panose="020B0604020202020204" pitchFamily="34" charset="0"/>
              <a:buChar char="•"/>
            </a:pPr>
            <a:r>
              <a:rPr lang="fr-FR" sz="1000" dirty="0"/>
              <a:t>Fenêtre fermé</a:t>
            </a:r>
          </a:p>
          <a:p>
            <a:pPr marL="1200150" lvl="2" indent="-285750">
              <a:buFont typeface="Arial" panose="020B0604020202020204" pitchFamily="34" charset="0"/>
              <a:buChar char="•"/>
            </a:pPr>
            <a:r>
              <a:rPr lang="fr-FR" sz="1000" dirty="0"/>
              <a:t>Avec le port du masque</a:t>
            </a:r>
          </a:p>
          <a:p>
            <a:pPr marL="457200" lvl="1" indent="0">
              <a:buNone/>
            </a:pPr>
            <a:r>
              <a:rPr lang="fr-FR" sz="1500" b="1" dirty="0"/>
              <a:t>Le Test :</a:t>
            </a:r>
            <a:endParaRPr lang="fr-FR" sz="1500" dirty="0"/>
          </a:p>
          <a:p>
            <a:pPr marL="1200150" lvl="2" indent="-285750">
              <a:buFont typeface="Arial" panose="020B0604020202020204" pitchFamily="34" charset="0"/>
              <a:buChar char="•"/>
            </a:pPr>
            <a:r>
              <a:rPr lang="fr-FR" sz="1000" dirty="0"/>
              <a:t>Test de résistance du boitier : Une fois le boitier imprimer tester sa résistance en posant dessus des objets de plus en plus lourd avec une limite entre 500g et 1kg.</a:t>
            </a:r>
          </a:p>
          <a:p>
            <a:pPr marL="1200150" lvl="2" indent="-285750">
              <a:buFont typeface="Arial" panose="020B0604020202020204" pitchFamily="34" charset="0"/>
              <a:buChar char="•"/>
            </a:pPr>
            <a:r>
              <a:rPr lang="fr-FR" sz="1000" dirty="0"/>
              <a:t>Test fonctionnalité du capteur : Laisser le capteur dans une pièce (Avec une classe de 30 élèves) fenêtre fermer jusqu’à ce qu’il s’active puis ouvrir les fenêtre de la pièce pour voir si le capteur se désactive si le capteur ne se désactive pas, alors arrêter le test et apporter des modification sinon répéter l’opération 1 fois mais sans masque.</a:t>
            </a:r>
          </a:p>
        </p:txBody>
      </p:sp>
      <p:sp>
        <p:nvSpPr>
          <p:cNvPr id="1214" name="Google Shape;1214;p51"/>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Protocole de test</a:t>
            </a:r>
            <a:endParaRPr dirty="0"/>
          </a:p>
        </p:txBody>
      </p:sp>
    </p:spTree>
    <p:extLst>
      <p:ext uri="{BB962C8B-B14F-4D97-AF65-F5344CB8AC3E}">
        <p14:creationId xmlns:p14="http://schemas.microsoft.com/office/powerpoint/2010/main" val="2256514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5"/>
          <p:cNvSpPr txBox="1">
            <a:spLocks noGrp="1"/>
          </p:cNvSpPr>
          <p:nvPr>
            <p:ph type="title"/>
          </p:nvPr>
        </p:nvSpPr>
        <p:spPr>
          <a:xfrm>
            <a:off x="1320300" y="2096633"/>
            <a:ext cx="6503400" cy="105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PROGRAMME</a:t>
            </a:r>
            <a:endParaRPr dirty="0"/>
          </a:p>
        </p:txBody>
      </p:sp>
      <p:sp>
        <p:nvSpPr>
          <p:cNvPr id="886" name="Google Shape;886;p35"/>
          <p:cNvSpPr txBox="1">
            <a:spLocks noGrp="1"/>
          </p:cNvSpPr>
          <p:nvPr>
            <p:ph type="title" idx="2"/>
          </p:nvPr>
        </p:nvSpPr>
        <p:spPr>
          <a:xfrm>
            <a:off x="3915449" y="1163052"/>
            <a:ext cx="1405945" cy="77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887" name="Google Shape;887;p35"/>
          <p:cNvSpPr txBox="1">
            <a:spLocks noGrp="1"/>
          </p:cNvSpPr>
          <p:nvPr>
            <p:ph type="subTitle" idx="1"/>
          </p:nvPr>
        </p:nvSpPr>
        <p:spPr>
          <a:xfrm>
            <a:off x="3052350" y="3267278"/>
            <a:ext cx="3039300" cy="69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Présentation software du projet</a:t>
            </a:r>
            <a:endParaRPr dirty="0"/>
          </a:p>
        </p:txBody>
      </p:sp>
    </p:spTree>
    <p:extLst>
      <p:ext uri="{BB962C8B-B14F-4D97-AF65-F5344CB8AC3E}">
        <p14:creationId xmlns:p14="http://schemas.microsoft.com/office/powerpoint/2010/main" val="2319075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34"/>
          <p:cNvSpPr/>
          <p:nvPr/>
        </p:nvSpPr>
        <p:spPr>
          <a:xfrm>
            <a:off x="235324" y="1534570"/>
            <a:ext cx="5470097" cy="158266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4"/>
          <p:cNvSpPr txBox="1">
            <a:spLocks noGrp="1"/>
          </p:cNvSpPr>
          <p:nvPr>
            <p:ph type="title"/>
          </p:nvPr>
        </p:nvSpPr>
        <p:spPr>
          <a:xfrm>
            <a:off x="6225144" y="3047145"/>
            <a:ext cx="3894044" cy="40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u="sng" dirty="0"/>
              <a:t>I2C</a:t>
            </a:r>
            <a:endParaRPr u="sng" dirty="0"/>
          </a:p>
        </p:txBody>
      </p:sp>
      <p:sp>
        <p:nvSpPr>
          <p:cNvPr id="871" name="Google Shape;871;p34"/>
          <p:cNvSpPr txBox="1">
            <a:spLocks noGrp="1"/>
          </p:cNvSpPr>
          <p:nvPr>
            <p:ph type="subTitle" idx="1"/>
          </p:nvPr>
        </p:nvSpPr>
        <p:spPr>
          <a:xfrm>
            <a:off x="6010331" y="1832038"/>
            <a:ext cx="3621000" cy="1936500"/>
          </a:xfrm>
          <a:prstGeom prst="rect">
            <a:avLst/>
          </a:prstGeom>
        </p:spPr>
        <p:txBody>
          <a:bodyPr spcFirstLastPara="1" wrap="square" lIns="91425" tIns="91425" rIns="91425" bIns="91425" anchor="ctr" anchorCtr="0">
            <a:noAutofit/>
          </a:bodyPr>
          <a:lstStyle/>
          <a:p>
            <a:pPr algn="l"/>
            <a:r>
              <a:rPr lang="fr-FR" sz="1500" b="1" dirty="0">
                <a:solidFill>
                  <a:srgbClr val="2D2B2D"/>
                </a:solidFill>
                <a:latin typeface="ProximaNova-Cond-Bold"/>
              </a:rPr>
              <a:t>1980, Phillips</a:t>
            </a:r>
            <a:endParaRPr lang="fr-FR" sz="1500" b="1" dirty="0">
              <a:solidFill>
                <a:srgbClr val="2D2B2D"/>
              </a:solidFill>
              <a:effectLst/>
              <a:latin typeface="ProximaNova-Cond-Bold"/>
            </a:endParaRPr>
          </a:p>
          <a:p>
            <a:pPr algn="l"/>
            <a:r>
              <a:rPr lang="fr-FR" sz="1500" b="1" dirty="0">
                <a:solidFill>
                  <a:srgbClr val="2D2B2D"/>
                </a:solidFill>
                <a:effectLst/>
                <a:latin typeface="ProximaNova-Cond-Bold"/>
              </a:rPr>
              <a:t>SDA, SCL &amp; Masse</a:t>
            </a:r>
          </a:p>
          <a:p>
            <a:pPr algn="l"/>
            <a:endParaRPr lang="fr-FR" sz="1500" b="1" dirty="0">
              <a:solidFill>
                <a:srgbClr val="2D2B2D"/>
              </a:solidFill>
              <a:effectLst/>
              <a:latin typeface="ProximaNova-Cond-Bold"/>
            </a:endParaRPr>
          </a:p>
        </p:txBody>
      </p:sp>
      <p:pic>
        <p:nvPicPr>
          <p:cNvPr id="872" name="Google Shape;872;p34"/>
          <p:cNvPicPr preferRelativeResize="0"/>
          <p:nvPr/>
        </p:nvPicPr>
        <p:blipFill rotWithShape="1">
          <a:blip r:embed="rId3"/>
          <a:srcRect l="4796" t="-1918" r="2073"/>
          <a:stretch/>
        </p:blipFill>
        <p:spPr>
          <a:xfrm>
            <a:off x="267149" y="1534570"/>
            <a:ext cx="5438273" cy="1582660"/>
          </a:xfrm>
          <a:prstGeom prst="rect">
            <a:avLst/>
          </a:prstGeom>
          <a:noFill/>
          <a:ln>
            <a:noFill/>
          </a:ln>
        </p:spPr>
      </p:pic>
      <p:grpSp>
        <p:nvGrpSpPr>
          <p:cNvPr id="873" name="Google Shape;873;p34"/>
          <p:cNvGrpSpPr/>
          <p:nvPr/>
        </p:nvGrpSpPr>
        <p:grpSpPr>
          <a:xfrm>
            <a:off x="235324" y="3201333"/>
            <a:ext cx="3293462" cy="92817"/>
            <a:chOff x="819025" y="3822075"/>
            <a:chExt cx="891450" cy="25125"/>
          </a:xfrm>
        </p:grpSpPr>
        <p:sp>
          <p:nvSpPr>
            <p:cNvPr id="874" name="Google Shape;874;p34"/>
            <p:cNvSpPr/>
            <p:nvPr/>
          </p:nvSpPr>
          <p:spPr>
            <a:xfrm>
              <a:off x="819025" y="3822375"/>
              <a:ext cx="891450" cy="24825"/>
            </a:xfrm>
            <a:custGeom>
              <a:avLst/>
              <a:gdLst/>
              <a:ahLst/>
              <a:cxnLst/>
              <a:rect l="l" t="t" r="r" b="b"/>
              <a:pathLst>
                <a:path w="35658" h="993" extrusionOk="0">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4"/>
            <p:cNvSpPr/>
            <p:nvPr/>
          </p:nvSpPr>
          <p:spPr>
            <a:xfrm>
              <a:off x="1235525" y="3823575"/>
              <a:ext cx="134825" cy="14025"/>
            </a:xfrm>
            <a:custGeom>
              <a:avLst/>
              <a:gdLst/>
              <a:ahLst/>
              <a:cxnLst/>
              <a:rect l="l" t="t" r="r" b="b"/>
              <a:pathLst>
                <a:path w="5393" h="561" extrusionOk="0">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4"/>
            <p:cNvSpPr/>
            <p:nvPr/>
          </p:nvSpPr>
          <p:spPr>
            <a:xfrm>
              <a:off x="1027875" y="3822075"/>
              <a:ext cx="23125" cy="13525"/>
            </a:xfrm>
            <a:custGeom>
              <a:avLst/>
              <a:gdLst/>
              <a:ahLst/>
              <a:cxnLst/>
              <a:rect l="l" t="t" r="r" b="b"/>
              <a:pathLst>
                <a:path w="925" h="541" extrusionOk="0">
                  <a:moveTo>
                    <a:pt x="609" y="0"/>
                  </a:moveTo>
                  <a:lnTo>
                    <a:pt x="0"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4"/>
            <p:cNvSpPr/>
            <p:nvPr/>
          </p:nvSpPr>
          <p:spPr>
            <a:xfrm>
              <a:off x="1042475" y="3822075"/>
              <a:ext cx="23150" cy="13525"/>
            </a:xfrm>
            <a:custGeom>
              <a:avLst/>
              <a:gdLst/>
              <a:ahLst/>
              <a:cxnLst/>
              <a:rect l="l" t="t" r="r" b="b"/>
              <a:pathLst>
                <a:path w="926" h="541" extrusionOk="0">
                  <a:moveTo>
                    <a:pt x="609" y="0"/>
                  </a:moveTo>
                  <a:lnTo>
                    <a:pt x="1"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4"/>
            <p:cNvSpPr/>
            <p:nvPr/>
          </p:nvSpPr>
          <p:spPr>
            <a:xfrm>
              <a:off x="1057100" y="3822075"/>
              <a:ext cx="23125" cy="13525"/>
            </a:xfrm>
            <a:custGeom>
              <a:avLst/>
              <a:gdLst/>
              <a:ahLst/>
              <a:cxnLst/>
              <a:rect l="l" t="t" r="r" b="b"/>
              <a:pathLst>
                <a:path w="925" h="541" extrusionOk="0">
                  <a:moveTo>
                    <a:pt x="609" y="0"/>
                  </a:moveTo>
                  <a:lnTo>
                    <a:pt x="0" y="541"/>
                  </a:lnTo>
                  <a:lnTo>
                    <a:pt x="316"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4"/>
            <p:cNvSpPr/>
            <p:nvPr/>
          </p:nvSpPr>
          <p:spPr>
            <a:xfrm>
              <a:off x="1071700" y="3822075"/>
              <a:ext cx="23150" cy="13525"/>
            </a:xfrm>
            <a:custGeom>
              <a:avLst/>
              <a:gdLst/>
              <a:ahLst/>
              <a:cxnLst/>
              <a:rect l="l" t="t" r="r" b="b"/>
              <a:pathLst>
                <a:path w="926" h="541" extrusionOk="0">
                  <a:moveTo>
                    <a:pt x="605" y="0"/>
                  </a:moveTo>
                  <a:lnTo>
                    <a:pt x="1" y="541"/>
                  </a:lnTo>
                  <a:lnTo>
                    <a:pt x="317"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4"/>
            <p:cNvSpPr/>
            <p:nvPr/>
          </p:nvSpPr>
          <p:spPr>
            <a:xfrm>
              <a:off x="1086300" y="3822075"/>
              <a:ext cx="23150" cy="13525"/>
            </a:xfrm>
            <a:custGeom>
              <a:avLst/>
              <a:gdLst/>
              <a:ahLst/>
              <a:cxnLst/>
              <a:rect l="l" t="t" r="r" b="b"/>
              <a:pathLst>
                <a:path w="926" h="541" extrusionOk="0">
                  <a:moveTo>
                    <a:pt x="605" y="0"/>
                  </a:moveTo>
                  <a:lnTo>
                    <a:pt x="1" y="541"/>
                  </a:lnTo>
                  <a:lnTo>
                    <a:pt x="317" y="541"/>
                  </a:lnTo>
                  <a:lnTo>
                    <a:pt x="9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36031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51"/>
          <p:cNvSpPr txBox="1">
            <a:spLocks noGrp="1"/>
          </p:cNvSpPr>
          <p:nvPr>
            <p:ph type="body" idx="1"/>
          </p:nvPr>
        </p:nvSpPr>
        <p:spPr>
          <a:xfrm>
            <a:off x="1370700" y="1401575"/>
            <a:ext cx="6402600" cy="2682600"/>
          </a:xfrm>
          <a:prstGeom prst="rect">
            <a:avLst/>
          </a:prstGeom>
        </p:spPr>
        <p:txBody>
          <a:bodyPr spcFirstLastPara="1" wrap="square" lIns="91425" tIns="91425" rIns="91425" bIns="91425" anchor="ctr" anchorCtr="0">
            <a:noAutofit/>
          </a:bodyPr>
          <a:lstStyle/>
          <a:p>
            <a:pPr marL="133350" lvl="0" indent="0" algn="l" rtl="0">
              <a:spcBef>
                <a:spcPts val="0"/>
              </a:spcBef>
              <a:spcAft>
                <a:spcPts val="0"/>
              </a:spcAft>
              <a:buSzPts val="1500"/>
              <a:buNone/>
            </a:pPr>
            <a:r>
              <a:rPr lang="fr-FR" sz="1000" b="1" dirty="0">
                <a:latin typeface="Space mono" panose="02000509040000020004" pitchFamily="49" charset="0"/>
              </a:rPr>
              <a:t>//Bibliothèques </a:t>
            </a:r>
            <a:r>
              <a:rPr lang="fr-FR" sz="1000" b="1" dirty="0" err="1">
                <a:latin typeface="Space mono" panose="02000509040000020004" pitchFamily="49" charset="0"/>
              </a:rPr>
              <a:t>ServoMoteur</a:t>
            </a:r>
            <a:endParaRPr lang="fr-FR" sz="1000" b="1" dirty="0">
              <a:latin typeface="Space mono" panose="02000509040000020004" pitchFamily="49" charset="0"/>
            </a:endParaRPr>
          </a:p>
          <a:p>
            <a:pPr marL="133350" lvl="0" indent="0" algn="l" rtl="0">
              <a:spcBef>
                <a:spcPts val="0"/>
              </a:spcBef>
              <a:spcAft>
                <a:spcPts val="0"/>
              </a:spcAft>
              <a:buSzPts val="1500"/>
              <a:buNone/>
            </a:pPr>
            <a:r>
              <a:rPr lang="fr-FR" sz="1000" dirty="0">
                <a:latin typeface="Space mono" panose="02000509040000020004" pitchFamily="49" charset="0"/>
              </a:rPr>
              <a:t>#include &lt;</a:t>
            </a:r>
            <a:r>
              <a:rPr lang="fr-FR" sz="1000" dirty="0" err="1">
                <a:latin typeface="Space mono" panose="02000509040000020004" pitchFamily="49" charset="0"/>
              </a:rPr>
              <a:t>Servo.h</a:t>
            </a:r>
            <a:r>
              <a:rPr lang="fr-FR" sz="1000" dirty="0">
                <a:latin typeface="Space mono" panose="02000509040000020004" pitchFamily="49" charset="0"/>
              </a:rPr>
              <a:t>&gt;</a:t>
            </a:r>
          </a:p>
          <a:p>
            <a:pPr marL="133350" lvl="0" indent="0" algn="l" rtl="0">
              <a:spcBef>
                <a:spcPts val="0"/>
              </a:spcBef>
              <a:spcAft>
                <a:spcPts val="0"/>
              </a:spcAft>
              <a:buSzPts val="1500"/>
              <a:buNone/>
            </a:pPr>
            <a:r>
              <a:rPr lang="fr-FR" sz="1000" dirty="0">
                <a:latin typeface="Space mono" panose="02000509040000020004" pitchFamily="49" charset="0"/>
              </a:rPr>
              <a:t>Servo </a:t>
            </a:r>
            <a:r>
              <a:rPr lang="fr-FR" sz="1000" dirty="0" err="1">
                <a:latin typeface="Space mono" panose="02000509040000020004" pitchFamily="49" charset="0"/>
              </a:rPr>
              <a:t>myservo</a:t>
            </a:r>
            <a:r>
              <a:rPr lang="fr-FR" sz="1000" dirty="0">
                <a:latin typeface="Space mono" panose="02000509040000020004" pitchFamily="49" charset="0"/>
              </a:rPr>
              <a:t>;  // </a:t>
            </a:r>
            <a:r>
              <a:rPr lang="fr-FR" sz="1000" dirty="0" err="1">
                <a:latin typeface="Space mono" panose="02000509040000020004" pitchFamily="49" charset="0"/>
              </a:rPr>
              <a:t>create</a:t>
            </a:r>
            <a:r>
              <a:rPr lang="fr-FR" sz="1000" dirty="0">
                <a:latin typeface="Space mono" panose="02000509040000020004" pitchFamily="49" charset="0"/>
              </a:rPr>
              <a:t> servo </a:t>
            </a:r>
            <a:r>
              <a:rPr lang="fr-FR" sz="1000" dirty="0" err="1">
                <a:latin typeface="Space mono" panose="02000509040000020004" pitchFamily="49" charset="0"/>
              </a:rPr>
              <a:t>object</a:t>
            </a:r>
            <a:r>
              <a:rPr lang="fr-FR" sz="1000" dirty="0">
                <a:latin typeface="Space mono" panose="02000509040000020004" pitchFamily="49" charset="0"/>
              </a:rPr>
              <a:t> to control a servo</a:t>
            </a:r>
          </a:p>
          <a:p>
            <a:pPr marL="133350" lvl="0" indent="0" algn="l" rtl="0">
              <a:spcBef>
                <a:spcPts val="0"/>
              </a:spcBef>
              <a:spcAft>
                <a:spcPts val="0"/>
              </a:spcAft>
              <a:buSzPts val="1500"/>
              <a:buNone/>
            </a:pPr>
            <a:r>
              <a:rPr lang="fr-FR" sz="1000" dirty="0" err="1">
                <a:latin typeface="Space mono" panose="02000509040000020004" pitchFamily="49" charset="0"/>
              </a:rPr>
              <a:t>int</a:t>
            </a:r>
            <a:r>
              <a:rPr lang="fr-FR" sz="1000" dirty="0">
                <a:latin typeface="Space mono" panose="02000509040000020004" pitchFamily="49" charset="0"/>
              </a:rPr>
              <a:t> </a:t>
            </a:r>
            <a:r>
              <a:rPr lang="fr-FR" sz="1000" dirty="0" err="1">
                <a:latin typeface="Space mono" panose="02000509040000020004" pitchFamily="49" charset="0"/>
              </a:rPr>
              <a:t>servo_pin</a:t>
            </a:r>
            <a:r>
              <a:rPr lang="fr-FR" sz="1000" dirty="0">
                <a:latin typeface="Space mono" panose="02000509040000020004" pitchFamily="49" charset="0"/>
              </a:rPr>
              <a:t> = 8;  // Branchement du servo</a:t>
            </a:r>
          </a:p>
          <a:p>
            <a:pPr marL="133350" lvl="0" indent="0" algn="l" rtl="0">
              <a:spcBef>
                <a:spcPts val="0"/>
              </a:spcBef>
              <a:spcAft>
                <a:spcPts val="0"/>
              </a:spcAft>
              <a:buSzPts val="1500"/>
              <a:buNone/>
            </a:pPr>
            <a:endParaRPr lang="fr-FR" sz="1000" dirty="0">
              <a:latin typeface="Space mono" panose="02000509040000020004" pitchFamily="49" charset="0"/>
            </a:endParaRPr>
          </a:p>
          <a:p>
            <a:pPr marL="133350" lvl="0" indent="0" algn="l" rtl="0">
              <a:spcBef>
                <a:spcPts val="0"/>
              </a:spcBef>
              <a:spcAft>
                <a:spcPts val="0"/>
              </a:spcAft>
              <a:buSzPts val="1500"/>
              <a:buNone/>
            </a:pPr>
            <a:r>
              <a:rPr lang="fr-FR" sz="1000" b="1" dirty="0">
                <a:latin typeface="Space mono" panose="02000509040000020004" pitchFamily="49" charset="0"/>
              </a:rPr>
              <a:t>//Bibliothèques écran LCD</a:t>
            </a:r>
          </a:p>
          <a:p>
            <a:pPr marL="133350" lvl="0" indent="0" algn="l" rtl="0">
              <a:spcBef>
                <a:spcPts val="0"/>
              </a:spcBef>
              <a:spcAft>
                <a:spcPts val="0"/>
              </a:spcAft>
              <a:buSzPts val="1500"/>
              <a:buNone/>
            </a:pPr>
            <a:r>
              <a:rPr lang="fr-FR" sz="1000" dirty="0">
                <a:latin typeface="Space mono" panose="02000509040000020004" pitchFamily="49" charset="0"/>
              </a:rPr>
              <a:t>#include "</a:t>
            </a:r>
            <a:r>
              <a:rPr lang="fr-FR" sz="1000" dirty="0" err="1">
                <a:latin typeface="Space mono" panose="02000509040000020004" pitchFamily="49" charset="0"/>
              </a:rPr>
              <a:t>rgb_lcd.h</a:t>
            </a:r>
            <a:r>
              <a:rPr lang="fr-FR" sz="1000" dirty="0">
                <a:latin typeface="Space mono" panose="02000509040000020004" pitchFamily="49" charset="0"/>
              </a:rPr>
              <a:t>" // inclure la bibliothèque pour l'écran LCD</a:t>
            </a:r>
          </a:p>
          <a:p>
            <a:pPr marL="133350" lvl="0" indent="0" algn="l" rtl="0">
              <a:spcBef>
                <a:spcPts val="0"/>
              </a:spcBef>
              <a:spcAft>
                <a:spcPts val="0"/>
              </a:spcAft>
              <a:buSzPts val="1500"/>
              <a:buNone/>
            </a:pPr>
            <a:r>
              <a:rPr lang="fr-FR" sz="1000" dirty="0" err="1">
                <a:latin typeface="Space mono" panose="02000509040000020004" pitchFamily="49" charset="0"/>
              </a:rPr>
              <a:t>rgb_lcd</a:t>
            </a:r>
            <a:r>
              <a:rPr lang="fr-FR" sz="1000" dirty="0">
                <a:latin typeface="Space mono" panose="02000509040000020004" pitchFamily="49" charset="0"/>
              </a:rPr>
              <a:t> </a:t>
            </a:r>
            <a:r>
              <a:rPr lang="fr-FR" sz="1000" dirty="0" err="1">
                <a:latin typeface="Space mono" panose="02000509040000020004" pitchFamily="49" charset="0"/>
              </a:rPr>
              <a:t>lcd</a:t>
            </a:r>
            <a:r>
              <a:rPr lang="fr-FR" sz="1000" dirty="0">
                <a:latin typeface="Space mono" panose="02000509040000020004" pitchFamily="49" charset="0"/>
              </a:rPr>
              <a:t>; // Création d'un objet </a:t>
            </a:r>
            <a:r>
              <a:rPr lang="fr-FR" sz="1000" dirty="0" err="1">
                <a:latin typeface="Space mono" panose="02000509040000020004" pitchFamily="49" charset="0"/>
              </a:rPr>
              <a:t>lcd</a:t>
            </a:r>
            <a:r>
              <a:rPr lang="fr-FR" sz="1000" dirty="0">
                <a:latin typeface="Space mono" panose="02000509040000020004" pitchFamily="49" charset="0"/>
              </a:rPr>
              <a:t>, facilitation du programme</a:t>
            </a:r>
          </a:p>
          <a:p>
            <a:pPr marL="133350" lvl="0" indent="0" algn="l" rtl="0">
              <a:spcBef>
                <a:spcPts val="0"/>
              </a:spcBef>
              <a:spcAft>
                <a:spcPts val="0"/>
              </a:spcAft>
              <a:buSzPts val="1500"/>
              <a:buNone/>
            </a:pPr>
            <a:endParaRPr lang="fr-FR" sz="1000" dirty="0">
              <a:latin typeface="Space mono" panose="02000509040000020004" pitchFamily="49" charset="0"/>
            </a:endParaRPr>
          </a:p>
          <a:p>
            <a:pPr marL="133350" lvl="0" indent="0" algn="l" rtl="0">
              <a:spcBef>
                <a:spcPts val="0"/>
              </a:spcBef>
              <a:spcAft>
                <a:spcPts val="0"/>
              </a:spcAft>
              <a:buSzPts val="1500"/>
              <a:buNone/>
            </a:pPr>
            <a:r>
              <a:rPr lang="fr-FR" sz="1000" b="1" dirty="0">
                <a:latin typeface="Space mono" panose="02000509040000020004" pitchFamily="49" charset="0"/>
              </a:rPr>
              <a:t>//Bibliothèques DHT</a:t>
            </a:r>
          </a:p>
          <a:p>
            <a:pPr marL="133350" lvl="0" indent="0" algn="l" rtl="0">
              <a:spcBef>
                <a:spcPts val="0"/>
              </a:spcBef>
              <a:spcAft>
                <a:spcPts val="0"/>
              </a:spcAft>
              <a:buSzPts val="1500"/>
              <a:buNone/>
            </a:pPr>
            <a:r>
              <a:rPr lang="fr-FR" sz="1000" dirty="0">
                <a:latin typeface="Space mono" panose="02000509040000020004" pitchFamily="49" charset="0"/>
              </a:rPr>
              <a:t>#include &lt;</a:t>
            </a:r>
            <a:r>
              <a:rPr lang="fr-FR" sz="1000" dirty="0" err="1">
                <a:latin typeface="Space mono" panose="02000509040000020004" pitchFamily="49" charset="0"/>
              </a:rPr>
              <a:t>DHT.h</a:t>
            </a:r>
            <a:r>
              <a:rPr lang="fr-FR" sz="1000" dirty="0">
                <a:latin typeface="Space mono" panose="02000509040000020004" pitchFamily="49" charset="0"/>
              </a:rPr>
              <a:t>&gt;</a:t>
            </a:r>
          </a:p>
          <a:p>
            <a:pPr marL="133350" lvl="0" indent="0" algn="l" rtl="0">
              <a:spcBef>
                <a:spcPts val="0"/>
              </a:spcBef>
              <a:spcAft>
                <a:spcPts val="0"/>
              </a:spcAft>
              <a:buSzPts val="1500"/>
              <a:buNone/>
            </a:pPr>
            <a:r>
              <a:rPr lang="fr-FR" sz="1000" dirty="0">
                <a:latin typeface="Space mono" panose="02000509040000020004" pitchFamily="49" charset="0"/>
              </a:rPr>
              <a:t>#define branchement 6    // La ligne de données de notre DHT22 sera branchée sur la pin D6 de notre Arduino</a:t>
            </a:r>
          </a:p>
          <a:p>
            <a:pPr marL="133350" lvl="0" indent="0" algn="l" rtl="0">
              <a:spcBef>
                <a:spcPts val="0"/>
              </a:spcBef>
              <a:spcAft>
                <a:spcPts val="0"/>
              </a:spcAft>
              <a:buSzPts val="1500"/>
              <a:buNone/>
            </a:pPr>
            <a:r>
              <a:rPr lang="fr-FR" sz="1000" dirty="0">
                <a:latin typeface="Space mono" panose="02000509040000020004" pitchFamily="49" charset="0"/>
              </a:rPr>
              <a:t>#define </a:t>
            </a:r>
            <a:r>
              <a:rPr lang="fr-FR" sz="1000" dirty="0" err="1">
                <a:latin typeface="Space mono" panose="02000509040000020004" pitchFamily="49" charset="0"/>
              </a:rPr>
              <a:t>ref</a:t>
            </a:r>
            <a:r>
              <a:rPr lang="fr-FR" sz="1000" dirty="0">
                <a:latin typeface="Space mono" panose="02000509040000020004" pitchFamily="49" charset="0"/>
              </a:rPr>
              <a:t> DHT22             // Spécification du type de DHT utilisé (ici, ce sera un DHT22, comme indiqué)</a:t>
            </a:r>
          </a:p>
          <a:p>
            <a:pPr marL="133350" lvl="0" indent="0" algn="l" rtl="0">
              <a:spcBef>
                <a:spcPts val="0"/>
              </a:spcBef>
              <a:spcAft>
                <a:spcPts val="0"/>
              </a:spcAft>
              <a:buSzPts val="1500"/>
              <a:buNone/>
            </a:pPr>
            <a:r>
              <a:rPr lang="fr-FR" sz="1000" dirty="0">
                <a:latin typeface="Space mono" panose="02000509040000020004" pitchFamily="49" charset="0"/>
              </a:rPr>
              <a:t>DHT </a:t>
            </a:r>
            <a:r>
              <a:rPr lang="fr-FR" sz="1000" dirty="0" err="1">
                <a:latin typeface="Space mono" panose="02000509040000020004" pitchFamily="49" charset="0"/>
              </a:rPr>
              <a:t>dht</a:t>
            </a:r>
            <a:r>
              <a:rPr lang="fr-FR" sz="1000" dirty="0">
                <a:latin typeface="Space mono" panose="02000509040000020004" pitchFamily="49" charset="0"/>
              </a:rPr>
              <a:t>(branchement, </a:t>
            </a:r>
            <a:r>
              <a:rPr lang="fr-FR" sz="1000" dirty="0" err="1">
                <a:latin typeface="Space mono" panose="02000509040000020004" pitchFamily="49" charset="0"/>
              </a:rPr>
              <a:t>ref</a:t>
            </a:r>
            <a:r>
              <a:rPr lang="fr-FR" sz="1000" dirty="0">
                <a:latin typeface="Space mono" panose="02000509040000020004" pitchFamily="49" charset="0"/>
              </a:rPr>
              <a:t>); // Instanciation de la librairie DHT</a:t>
            </a:r>
          </a:p>
        </p:txBody>
      </p:sp>
      <p:sp>
        <p:nvSpPr>
          <p:cNvPr id="1214" name="Google Shape;1214;p51"/>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PROGRAMME | Head</a:t>
            </a:r>
            <a:endParaRPr dirty="0"/>
          </a:p>
        </p:txBody>
      </p:sp>
    </p:spTree>
    <p:extLst>
      <p:ext uri="{BB962C8B-B14F-4D97-AF65-F5344CB8AC3E}">
        <p14:creationId xmlns:p14="http://schemas.microsoft.com/office/powerpoint/2010/main" val="2657854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51"/>
          <p:cNvSpPr txBox="1">
            <a:spLocks noGrp="1"/>
          </p:cNvSpPr>
          <p:nvPr>
            <p:ph type="body" idx="1"/>
          </p:nvPr>
        </p:nvSpPr>
        <p:spPr>
          <a:xfrm>
            <a:off x="1370700" y="1401575"/>
            <a:ext cx="6402600" cy="2682600"/>
          </a:xfrm>
          <a:prstGeom prst="rect">
            <a:avLst/>
          </a:prstGeom>
        </p:spPr>
        <p:txBody>
          <a:bodyPr spcFirstLastPara="1" wrap="square" lIns="91425" tIns="91425" rIns="91425" bIns="91425" anchor="ctr" anchorCtr="0">
            <a:noAutofit/>
          </a:bodyPr>
          <a:lstStyle/>
          <a:p>
            <a:pPr marL="133350" lvl="0" indent="0" algn="l" rtl="0">
              <a:spcBef>
                <a:spcPts val="0"/>
              </a:spcBef>
              <a:spcAft>
                <a:spcPts val="0"/>
              </a:spcAft>
              <a:buSzPts val="1500"/>
              <a:buNone/>
            </a:pPr>
            <a:r>
              <a:rPr lang="fr-FR" sz="1000" b="1" dirty="0" err="1">
                <a:latin typeface="Space mono" panose="02000509040000020004" pitchFamily="49" charset="0"/>
              </a:rPr>
              <a:t>void</a:t>
            </a:r>
            <a:r>
              <a:rPr lang="fr-FR" sz="1000" b="1" dirty="0">
                <a:latin typeface="Space mono" panose="02000509040000020004" pitchFamily="49" charset="0"/>
              </a:rPr>
              <a:t> setup() {</a:t>
            </a:r>
          </a:p>
          <a:p>
            <a:pPr marL="133350" lvl="0" indent="0" algn="l" rtl="0">
              <a:spcBef>
                <a:spcPts val="0"/>
              </a:spcBef>
              <a:spcAft>
                <a:spcPts val="0"/>
              </a:spcAft>
              <a:buSzPts val="1500"/>
              <a:buNone/>
            </a:pPr>
            <a:r>
              <a:rPr lang="fr-FR" sz="1000" dirty="0">
                <a:solidFill>
                  <a:schemeClr val="accent4">
                    <a:lumMod val="50000"/>
                  </a:schemeClr>
                </a:solidFill>
                <a:latin typeface="Space mono" panose="02000509040000020004" pitchFamily="49" charset="0"/>
              </a:rPr>
              <a:t>//Setup du servomoteur</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solidFill>
                  <a:schemeClr val="bg1"/>
                </a:solidFill>
                <a:latin typeface="Space mono" panose="02000509040000020004" pitchFamily="49" charset="0"/>
              </a:rPr>
              <a:t>myservo.attach</a:t>
            </a:r>
            <a:r>
              <a:rPr lang="fr-FR" sz="1000" dirty="0">
                <a:solidFill>
                  <a:schemeClr val="bg1"/>
                </a:solidFill>
                <a:latin typeface="Space mono" panose="02000509040000020004" pitchFamily="49" charset="0"/>
              </a:rPr>
              <a:t>(</a:t>
            </a:r>
            <a:r>
              <a:rPr lang="fr-FR" sz="1000" dirty="0" err="1">
                <a:solidFill>
                  <a:schemeClr val="bg1"/>
                </a:solidFill>
                <a:latin typeface="Space mono" panose="02000509040000020004" pitchFamily="49" charset="0"/>
              </a:rPr>
              <a:t>servo_pin</a:t>
            </a:r>
            <a:r>
              <a:rPr lang="fr-FR" sz="1000" dirty="0">
                <a:solidFill>
                  <a:schemeClr val="bg1"/>
                </a:solidFill>
                <a:latin typeface="Space mono" panose="02000509040000020004" pitchFamily="49" charset="0"/>
              </a:rPr>
              <a:t>);  </a:t>
            </a:r>
            <a:r>
              <a:rPr lang="fr-FR" sz="1000" dirty="0">
                <a:solidFill>
                  <a:schemeClr val="accent4">
                    <a:lumMod val="50000"/>
                  </a:schemeClr>
                </a:solidFill>
                <a:latin typeface="Space mono" panose="02000509040000020004" pitchFamily="49" charset="0"/>
              </a:rPr>
              <a:t>//Définition du servo</a:t>
            </a:r>
          </a:p>
          <a:p>
            <a:pPr marL="133350" lvl="0" indent="0" algn="l" rtl="0">
              <a:spcBef>
                <a:spcPts val="0"/>
              </a:spcBef>
              <a:spcAft>
                <a:spcPts val="0"/>
              </a:spcAft>
              <a:buSzPts val="1500"/>
              <a:buNone/>
            </a:pPr>
            <a:r>
              <a:rPr lang="fr-FR" sz="1000" dirty="0">
                <a:solidFill>
                  <a:schemeClr val="accent4">
                    <a:lumMod val="50000"/>
                  </a:schemeClr>
                </a:solidFill>
                <a:latin typeface="Space mono" panose="02000509040000020004" pitchFamily="49" charset="0"/>
              </a:rPr>
              <a:t>//Setup du capteur de CO2, sur un port I2C Grove</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Serial.begin</a:t>
            </a:r>
            <a:r>
              <a:rPr lang="fr-FR" sz="1000" dirty="0">
                <a:latin typeface="Space mono" panose="02000509040000020004" pitchFamily="49" charset="0"/>
              </a:rPr>
              <a:t>(115200);</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sgp.begin</a:t>
            </a:r>
            <a:r>
              <a:rPr lang="fr-FR" sz="1000" dirty="0">
                <a:latin typeface="Space mono" panose="02000509040000020004" pitchFamily="49" charset="0"/>
              </a:rPr>
              <a:t>();</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delay</a:t>
            </a:r>
            <a:r>
              <a:rPr lang="fr-FR" sz="1000" dirty="0">
                <a:latin typeface="Space mono" panose="02000509040000020004" pitchFamily="49" charset="0"/>
              </a:rPr>
              <a:t>(200);</a:t>
            </a:r>
          </a:p>
          <a:p>
            <a:pPr marL="133350" lvl="0" indent="0" algn="l" rtl="0">
              <a:spcBef>
                <a:spcPts val="0"/>
              </a:spcBef>
              <a:spcAft>
                <a:spcPts val="0"/>
              </a:spcAft>
              <a:buSzPts val="1500"/>
              <a:buNone/>
            </a:pPr>
            <a:r>
              <a:rPr lang="fr-FR" sz="1000" dirty="0">
                <a:solidFill>
                  <a:schemeClr val="accent4">
                    <a:lumMod val="50000"/>
                  </a:schemeClr>
                </a:solidFill>
                <a:latin typeface="Space mono" panose="02000509040000020004" pitchFamily="49" charset="0"/>
              </a:rPr>
              <a:t>//Setup écran LCD</a:t>
            </a:r>
          </a:p>
          <a:p>
            <a:pPr marL="133350" lvl="0" indent="0" algn="l" rtl="0">
              <a:spcBef>
                <a:spcPts val="0"/>
              </a:spcBef>
              <a:spcAft>
                <a:spcPts val="0"/>
              </a:spcAft>
              <a:buSzPts val="1500"/>
              <a:buNone/>
            </a:pPr>
            <a:r>
              <a:rPr lang="fr-FR" sz="1000" dirty="0" err="1">
                <a:latin typeface="Space mono" panose="02000509040000020004" pitchFamily="49" charset="0"/>
              </a:rPr>
              <a:t>lcd.begin</a:t>
            </a:r>
            <a:r>
              <a:rPr lang="fr-FR" sz="1000" dirty="0">
                <a:latin typeface="Space mono" panose="02000509040000020004" pitchFamily="49" charset="0"/>
              </a:rPr>
              <a:t>(16, 2);   </a:t>
            </a:r>
            <a:r>
              <a:rPr lang="fr-FR" sz="1000" dirty="0">
                <a:solidFill>
                  <a:schemeClr val="accent4">
                    <a:lumMod val="50000"/>
                  </a:schemeClr>
                </a:solidFill>
                <a:latin typeface="Space mono" panose="02000509040000020004" pitchFamily="49" charset="0"/>
              </a:rPr>
              <a:t>// Détermination nombre : </a:t>
            </a:r>
            <a:r>
              <a:rPr lang="fr-FR" sz="1000" dirty="0" err="1">
                <a:solidFill>
                  <a:schemeClr val="accent4">
                    <a:lumMod val="50000"/>
                  </a:schemeClr>
                </a:solidFill>
                <a:latin typeface="Space mono" panose="02000509040000020004" pitchFamily="49" charset="0"/>
              </a:rPr>
              <a:t>collonnes</a:t>
            </a:r>
            <a:r>
              <a:rPr lang="fr-FR" sz="1000" dirty="0">
                <a:solidFill>
                  <a:schemeClr val="accent4">
                    <a:lumMod val="50000"/>
                  </a:schemeClr>
                </a:solidFill>
                <a:latin typeface="Space mono" panose="02000509040000020004" pitchFamily="49" charset="0"/>
              </a:rPr>
              <a:t>, lignes</a:t>
            </a:r>
          </a:p>
          <a:p>
            <a:pPr marL="133350" lvl="0" indent="0" algn="l" rtl="0">
              <a:spcBef>
                <a:spcPts val="0"/>
              </a:spcBef>
              <a:spcAft>
                <a:spcPts val="0"/>
              </a:spcAft>
              <a:buSzPts val="1500"/>
              <a:buNone/>
            </a:pPr>
            <a:r>
              <a:rPr lang="fr-FR" sz="1000" dirty="0" err="1">
                <a:latin typeface="Space mono" panose="02000509040000020004" pitchFamily="49" charset="0"/>
              </a:rPr>
              <a:t>lcd.setRGB</a:t>
            </a:r>
            <a:r>
              <a:rPr lang="fr-FR" sz="1000" dirty="0">
                <a:latin typeface="Space mono" panose="02000509040000020004" pitchFamily="49" charset="0"/>
              </a:rPr>
              <a:t>(255,229,0); </a:t>
            </a:r>
            <a:r>
              <a:rPr lang="fr-FR" sz="1000" dirty="0">
                <a:solidFill>
                  <a:schemeClr val="accent4">
                    <a:lumMod val="50000"/>
                  </a:schemeClr>
                </a:solidFill>
                <a:latin typeface="Space mono" panose="02000509040000020004" pitchFamily="49" charset="0"/>
              </a:rPr>
              <a:t>// Configuration couleur écran LCD</a:t>
            </a:r>
          </a:p>
          <a:p>
            <a:pPr marL="133350" lvl="0" indent="0" algn="l" rtl="0">
              <a:spcBef>
                <a:spcPts val="0"/>
              </a:spcBef>
              <a:spcAft>
                <a:spcPts val="0"/>
              </a:spcAft>
              <a:buSzPts val="1500"/>
              <a:buNone/>
            </a:pPr>
            <a:r>
              <a:rPr lang="fr-FR" sz="1000" dirty="0" err="1">
                <a:latin typeface="Space mono" panose="02000509040000020004" pitchFamily="49" charset="0"/>
              </a:rPr>
              <a:t>lcd.setCursor</a:t>
            </a:r>
            <a:r>
              <a:rPr lang="fr-FR" sz="1000" dirty="0">
                <a:latin typeface="Space mono" panose="02000509040000020004" pitchFamily="49" charset="0"/>
              </a:rPr>
              <a:t>(2,0);</a:t>
            </a:r>
            <a:r>
              <a:rPr lang="fr-FR" sz="1000" dirty="0" err="1">
                <a:latin typeface="Space mono" panose="02000509040000020004" pitchFamily="49" charset="0"/>
              </a:rPr>
              <a:t>lcd.print</a:t>
            </a:r>
            <a:r>
              <a:rPr lang="fr-FR" sz="1000" dirty="0">
                <a:latin typeface="Space mono" panose="02000509040000020004" pitchFamily="49" charset="0"/>
              </a:rPr>
              <a:t>("Capteur de CO2 "); </a:t>
            </a:r>
            <a:r>
              <a:rPr lang="fr-FR" sz="1000" dirty="0">
                <a:solidFill>
                  <a:schemeClr val="accent4">
                    <a:lumMod val="50000"/>
                  </a:schemeClr>
                </a:solidFill>
                <a:latin typeface="Space mono" panose="02000509040000020004" pitchFamily="49" charset="0"/>
              </a:rPr>
              <a:t>//Première partie du message d'accueil</a:t>
            </a:r>
          </a:p>
          <a:p>
            <a:pPr marL="133350" lvl="0" indent="0" algn="l" rtl="0">
              <a:spcBef>
                <a:spcPts val="0"/>
              </a:spcBef>
              <a:spcAft>
                <a:spcPts val="0"/>
              </a:spcAft>
              <a:buSzPts val="1500"/>
              <a:buNone/>
            </a:pPr>
            <a:r>
              <a:rPr lang="fr-FR" sz="1000" dirty="0" err="1">
                <a:latin typeface="Space mono" panose="02000509040000020004" pitchFamily="49" charset="0"/>
              </a:rPr>
              <a:t>lcd.setCursor</a:t>
            </a:r>
            <a:r>
              <a:rPr lang="fr-FR" sz="1000" dirty="0">
                <a:latin typeface="Space mono" panose="02000509040000020004" pitchFamily="49" charset="0"/>
              </a:rPr>
              <a:t>(2,1);</a:t>
            </a:r>
            <a:r>
              <a:rPr lang="fr-FR" sz="1000" dirty="0" err="1">
                <a:latin typeface="Space mono" panose="02000509040000020004" pitchFamily="49" charset="0"/>
              </a:rPr>
              <a:t>lcd.print</a:t>
            </a:r>
            <a:r>
              <a:rPr lang="fr-FR" sz="1000" dirty="0">
                <a:latin typeface="Space mono" panose="02000509040000020004" pitchFamily="49" charset="0"/>
              </a:rPr>
              <a:t>("Je </a:t>
            </a:r>
            <a:r>
              <a:rPr lang="fr-FR" sz="1000" dirty="0" err="1">
                <a:latin typeface="Space mono" panose="02000509040000020004" pitchFamily="49" charset="0"/>
              </a:rPr>
              <a:t>demarre</a:t>
            </a:r>
            <a:r>
              <a:rPr lang="fr-FR" sz="1000" dirty="0">
                <a:latin typeface="Space mono" panose="02000509040000020004" pitchFamily="49" charset="0"/>
              </a:rPr>
              <a:t>... ");</a:t>
            </a:r>
            <a:r>
              <a:rPr lang="fr-FR" sz="1000" dirty="0">
                <a:solidFill>
                  <a:schemeClr val="accent4">
                    <a:lumMod val="50000"/>
                  </a:schemeClr>
                </a:solidFill>
                <a:latin typeface="Space mono" panose="02000509040000020004" pitchFamily="49" charset="0"/>
              </a:rPr>
              <a:t>//Deuxième partie du message d'accueil</a:t>
            </a:r>
          </a:p>
          <a:p>
            <a:pPr marL="133350" lvl="0" indent="0" algn="l" rtl="0">
              <a:spcBef>
                <a:spcPts val="0"/>
              </a:spcBef>
              <a:spcAft>
                <a:spcPts val="0"/>
              </a:spcAft>
              <a:buSzPts val="1500"/>
              <a:buNone/>
            </a:pPr>
            <a:r>
              <a:rPr lang="fr-FR" sz="1000" dirty="0" err="1">
                <a:latin typeface="Space mono" panose="02000509040000020004" pitchFamily="49" charset="0"/>
              </a:rPr>
              <a:t>delay</a:t>
            </a:r>
            <a:r>
              <a:rPr lang="fr-FR" sz="1000" dirty="0">
                <a:latin typeface="Space mono" panose="02000509040000020004" pitchFamily="49" charset="0"/>
              </a:rPr>
              <a:t>(2000);</a:t>
            </a:r>
          </a:p>
          <a:p>
            <a:pPr marL="133350" lvl="0" indent="0" algn="l" rtl="0">
              <a:spcBef>
                <a:spcPts val="0"/>
              </a:spcBef>
              <a:spcAft>
                <a:spcPts val="0"/>
              </a:spcAft>
              <a:buSzPts val="1500"/>
              <a:buNone/>
            </a:pPr>
            <a:r>
              <a:rPr lang="fr-FR" sz="1000" dirty="0">
                <a:solidFill>
                  <a:schemeClr val="accent4">
                    <a:lumMod val="50000"/>
                  </a:schemeClr>
                </a:solidFill>
                <a:latin typeface="Space mono" panose="02000509040000020004" pitchFamily="49" charset="0"/>
              </a:rPr>
              <a:t>//Setup DHT22 (Température)</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dht.begin</a:t>
            </a:r>
            <a:r>
              <a:rPr lang="fr-FR" sz="1000" dirty="0">
                <a:latin typeface="Space mono" panose="02000509040000020004" pitchFamily="49" charset="0"/>
              </a:rPr>
              <a:t>();</a:t>
            </a:r>
          </a:p>
          <a:p>
            <a:pPr marL="133350" lvl="0" indent="0" algn="l" rtl="0">
              <a:spcBef>
                <a:spcPts val="0"/>
              </a:spcBef>
              <a:spcAft>
                <a:spcPts val="0"/>
              </a:spcAft>
              <a:buSzPts val="1500"/>
              <a:buNone/>
            </a:pPr>
            <a:r>
              <a:rPr lang="fr-FR" sz="1000" b="1" dirty="0">
                <a:latin typeface="Space mono" panose="02000509040000020004" pitchFamily="49" charset="0"/>
              </a:rPr>
              <a:t>}</a:t>
            </a:r>
          </a:p>
        </p:txBody>
      </p:sp>
      <p:sp>
        <p:nvSpPr>
          <p:cNvPr id="1214" name="Google Shape;1214;p51"/>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PROGRAMME | Setup</a:t>
            </a:r>
            <a:endParaRPr dirty="0"/>
          </a:p>
        </p:txBody>
      </p:sp>
    </p:spTree>
    <p:extLst>
      <p:ext uri="{BB962C8B-B14F-4D97-AF65-F5344CB8AC3E}">
        <p14:creationId xmlns:p14="http://schemas.microsoft.com/office/powerpoint/2010/main" val="194020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51"/>
          <p:cNvSpPr txBox="1">
            <a:spLocks noGrp="1"/>
          </p:cNvSpPr>
          <p:nvPr>
            <p:ph type="body" idx="1"/>
          </p:nvPr>
        </p:nvSpPr>
        <p:spPr>
          <a:xfrm>
            <a:off x="1370700" y="1401575"/>
            <a:ext cx="6402600" cy="2682600"/>
          </a:xfrm>
          <a:prstGeom prst="rect">
            <a:avLst/>
          </a:prstGeom>
        </p:spPr>
        <p:txBody>
          <a:bodyPr spcFirstLastPara="1" wrap="square" lIns="91425" tIns="91425" rIns="91425" bIns="91425" anchor="ctr" anchorCtr="0">
            <a:noAutofit/>
          </a:bodyPr>
          <a:lstStyle/>
          <a:p>
            <a:pPr marL="133350" lvl="0" indent="0" algn="l" rtl="0">
              <a:spcBef>
                <a:spcPts val="0"/>
              </a:spcBef>
              <a:spcAft>
                <a:spcPts val="0"/>
              </a:spcAft>
              <a:buSzPts val="1500"/>
              <a:buNone/>
            </a:pPr>
            <a:r>
              <a:rPr lang="fr-FR" sz="1000" dirty="0">
                <a:latin typeface="Space mono" panose="02000509040000020004" pitchFamily="49" charset="0"/>
              </a:rPr>
              <a:t> if (sgp.eCO2 &lt; 800) {</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lcd.setRGB</a:t>
            </a:r>
            <a:r>
              <a:rPr lang="fr-FR" sz="1000" dirty="0">
                <a:latin typeface="Space mono" panose="02000509040000020004" pitchFamily="49" charset="0"/>
              </a:rPr>
              <a:t>(0,255,0);</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sgp.IAQmeasure</a:t>
            </a:r>
            <a:r>
              <a:rPr lang="fr-FR" sz="1000" dirty="0">
                <a:latin typeface="Space mono" panose="02000509040000020004" pitchFamily="49" charset="0"/>
              </a:rPr>
              <a:t>(); // Première mesure</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lcd.setCursor</a:t>
            </a:r>
            <a:r>
              <a:rPr lang="fr-FR" sz="1000" dirty="0">
                <a:latin typeface="Space mono" panose="02000509040000020004" pitchFamily="49" charset="0"/>
              </a:rPr>
              <a:t>(1,0);</a:t>
            </a:r>
            <a:r>
              <a:rPr lang="fr-FR" sz="1000" dirty="0" err="1">
                <a:latin typeface="Space mono" panose="02000509040000020004" pitchFamily="49" charset="0"/>
              </a:rPr>
              <a:t>lcd.print</a:t>
            </a:r>
            <a:r>
              <a:rPr lang="fr-FR" sz="1000" dirty="0">
                <a:latin typeface="Space mono" panose="02000509040000020004" pitchFamily="49" charset="0"/>
              </a:rPr>
              <a:t>("CO2 ");</a:t>
            </a:r>
            <a:r>
              <a:rPr lang="fr-FR" sz="1000" dirty="0" err="1">
                <a:latin typeface="Space mono" panose="02000509040000020004" pitchFamily="49" charset="0"/>
              </a:rPr>
              <a:t>lcd.setCursor</a:t>
            </a:r>
            <a:r>
              <a:rPr lang="fr-FR" sz="1000" dirty="0">
                <a:latin typeface="Space mono" panose="02000509040000020004" pitchFamily="49" charset="0"/>
              </a:rPr>
              <a:t>(5,0);</a:t>
            </a:r>
            <a:r>
              <a:rPr lang="fr-FR" sz="1000" dirty="0" err="1">
                <a:latin typeface="Space mono" panose="02000509040000020004" pitchFamily="49" charset="0"/>
              </a:rPr>
              <a:t>lcd.print</a:t>
            </a:r>
            <a:r>
              <a:rPr lang="fr-FR" sz="1000" dirty="0">
                <a:latin typeface="Space mono" panose="02000509040000020004" pitchFamily="49" charset="0"/>
              </a:rPr>
              <a:t>(sgp.eCO2);</a:t>
            </a:r>
            <a:r>
              <a:rPr lang="fr-FR" sz="1000" dirty="0" err="1">
                <a:latin typeface="Space mono" panose="02000509040000020004" pitchFamily="49" charset="0"/>
              </a:rPr>
              <a:t>lcd.print</a:t>
            </a:r>
            <a:r>
              <a:rPr lang="fr-FR" sz="1000" dirty="0">
                <a:latin typeface="Space mono" panose="02000509040000020004" pitchFamily="49" charset="0"/>
              </a:rPr>
              <a:t>(" ppm</a:t>
            </a:r>
            <a:r>
              <a:rPr lang="fr-FR" sz="1000" dirty="0">
                <a:solidFill>
                  <a:schemeClr val="accent4">
                    <a:lumMod val="50000"/>
                  </a:schemeClr>
                </a:solidFill>
                <a:latin typeface="Space mono" panose="02000509040000020004" pitchFamily="49" charset="0"/>
              </a:rPr>
              <a:t>");//Affichage taux de CO2  sur le LCD</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lcd.setCursor</a:t>
            </a:r>
            <a:r>
              <a:rPr lang="fr-FR" sz="1000" dirty="0">
                <a:latin typeface="Space mono" panose="02000509040000020004" pitchFamily="49" charset="0"/>
              </a:rPr>
              <a:t>(1,1);</a:t>
            </a:r>
            <a:r>
              <a:rPr lang="fr-FR" sz="1000" dirty="0" err="1">
                <a:latin typeface="Space mono" panose="02000509040000020004" pitchFamily="49" charset="0"/>
              </a:rPr>
              <a:t>lcd.print</a:t>
            </a:r>
            <a:r>
              <a:rPr lang="fr-FR" sz="1000" dirty="0">
                <a:latin typeface="Space mono" panose="02000509040000020004" pitchFamily="49" charset="0"/>
              </a:rPr>
              <a:t>("Temp");</a:t>
            </a:r>
            <a:r>
              <a:rPr lang="fr-FR" sz="1000" dirty="0" err="1">
                <a:latin typeface="Space mono" panose="02000509040000020004" pitchFamily="49" charset="0"/>
              </a:rPr>
              <a:t>lcd.setCursor</a:t>
            </a:r>
            <a:r>
              <a:rPr lang="fr-FR" sz="1000" dirty="0">
                <a:latin typeface="Space mono" panose="02000509040000020004" pitchFamily="49" charset="0"/>
              </a:rPr>
              <a:t>(6,1);</a:t>
            </a:r>
            <a:r>
              <a:rPr lang="fr-FR" sz="1000" dirty="0" err="1">
                <a:latin typeface="Space mono" panose="02000509040000020004" pitchFamily="49" charset="0"/>
              </a:rPr>
              <a:t>lcd.print</a:t>
            </a:r>
            <a:r>
              <a:rPr lang="fr-FR" sz="1000" dirty="0">
                <a:latin typeface="Space mono" panose="02000509040000020004" pitchFamily="49" charset="0"/>
              </a:rPr>
              <a:t>((</a:t>
            </a:r>
            <a:r>
              <a:rPr lang="fr-FR" sz="1000" dirty="0" err="1">
                <a:latin typeface="Space mono" panose="02000509040000020004" pitchFamily="49" charset="0"/>
              </a:rPr>
              <a:t>float</a:t>
            </a:r>
            <a:r>
              <a:rPr lang="fr-FR" sz="1000" dirty="0">
                <a:latin typeface="Space mono" panose="02000509040000020004" pitchFamily="49" charset="0"/>
              </a:rPr>
              <a:t>)</a:t>
            </a:r>
            <a:r>
              <a:rPr lang="fr-FR" sz="1000" dirty="0" err="1">
                <a:latin typeface="Space mono" panose="02000509040000020004" pitchFamily="49" charset="0"/>
              </a:rPr>
              <a:t>dht.readTemperature</a:t>
            </a:r>
            <a:r>
              <a:rPr lang="fr-FR" sz="1000" dirty="0">
                <a:latin typeface="Space mono" panose="02000509040000020004" pitchFamily="49" charset="0"/>
              </a:rPr>
              <a:t>());</a:t>
            </a:r>
            <a:r>
              <a:rPr lang="fr-FR" sz="1000" dirty="0" err="1">
                <a:latin typeface="Space mono" panose="02000509040000020004" pitchFamily="49" charset="0"/>
              </a:rPr>
              <a:t>lcd.print</a:t>
            </a:r>
            <a:r>
              <a:rPr lang="fr-FR" sz="1000" dirty="0">
                <a:latin typeface="Space mono" panose="02000509040000020004" pitchFamily="49" charset="0"/>
              </a:rPr>
              <a:t>(" c");</a:t>
            </a:r>
            <a:r>
              <a:rPr lang="fr-FR" sz="1000" dirty="0">
                <a:solidFill>
                  <a:schemeClr val="accent4">
                    <a:lumMod val="50000"/>
                  </a:schemeClr>
                </a:solidFill>
                <a:latin typeface="Space mono" panose="02000509040000020004" pitchFamily="49" charset="0"/>
              </a:rPr>
              <a:t>// Affichage température sur le LCD</a:t>
            </a:r>
            <a:endParaRPr lang="fr-FR" sz="1000" dirty="0">
              <a:latin typeface="Space mono" panose="02000509040000020004" pitchFamily="49" charset="0"/>
            </a:endParaRP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delay</a:t>
            </a:r>
            <a:r>
              <a:rPr lang="fr-FR" sz="1000" dirty="0">
                <a:latin typeface="Space mono" panose="02000509040000020004" pitchFamily="49" charset="0"/>
              </a:rPr>
              <a:t>(1000);</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lcd.clear</a:t>
            </a:r>
            <a:r>
              <a:rPr lang="fr-FR" sz="1000" dirty="0">
                <a:latin typeface="Space mono" panose="02000509040000020004" pitchFamily="49" charset="0"/>
              </a:rPr>
              <a:t>(); </a:t>
            </a:r>
            <a:endParaRPr lang="fr-FR" sz="1000" dirty="0">
              <a:solidFill>
                <a:schemeClr val="accent4">
                  <a:lumMod val="50000"/>
                </a:schemeClr>
              </a:solidFill>
              <a:latin typeface="Space mono" panose="02000509040000020004" pitchFamily="49" charset="0"/>
            </a:endParaRPr>
          </a:p>
        </p:txBody>
      </p:sp>
      <p:sp>
        <p:nvSpPr>
          <p:cNvPr id="1214" name="Google Shape;1214;p51"/>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PROGRAMME | Loop | &lt;800ppm</a:t>
            </a:r>
            <a:endParaRPr dirty="0"/>
          </a:p>
        </p:txBody>
      </p:sp>
    </p:spTree>
    <p:extLst>
      <p:ext uri="{BB962C8B-B14F-4D97-AF65-F5344CB8AC3E}">
        <p14:creationId xmlns:p14="http://schemas.microsoft.com/office/powerpoint/2010/main" val="3634223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51"/>
          <p:cNvSpPr txBox="1">
            <a:spLocks noGrp="1"/>
          </p:cNvSpPr>
          <p:nvPr>
            <p:ph type="body" idx="1"/>
          </p:nvPr>
        </p:nvSpPr>
        <p:spPr>
          <a:xfrm>
            <a:off x="1370700" y="1401575"/>
            <a:ext cx="6402600" cy="2682600"/>
          </a:xfrm>
          <a:prstGeom prst="rect">
            <a:avLst/>
          </a:prstGeom>
        </p:spPr>
        <p:txBody>
          <a:bodyPr spcFirstLastPara="1" wrap="square" lIns="91425" tIns="91425" rIns="91425" bIns="91425" anchor="ctr" anchorCtr="0">
            <a:noAutofit/>
          </a:bodyPr>
          <a:lstStyle/>
          <a:p>
            <a:pPr marL="133350" lvl="0" indent="0" algn="l" rtl="0">
              <a:spcBef>
                <a:spcPts val="0"/>
              </a:spcBef>
              <a:spcAft>
                <a:spcPts val="0"/>
              </a:spcAft>
              <a:buSzPts val="1500"/>
              <a:buNone/>
            </a:pPr>
            <a:r>
              <a:rPr lang="fr-FR" sz="1000" dirty="0">
                <a:solidFill>
                  <a:schemeClr val="accent4">
                    <a:lumMod val="50000"/>
                  </a:schemeClr>
                </a:solidFill>
                <a:latin typeface="Space mono" panose="02000509040000020004" pitchFamily="49" charset="0"/>
              </a:rPr>
              <a:t> //Si taux supérieur de CO2</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else</a:t>
            </a:r>
            <a:r>
              <a:rPr lang="fr-FR" sz="1000" dirty="0">
                <a:latin typeface="Space mono" panose="02000509040000020004" pitchFamily="49" charset="0"/>
              </a:rPr>
              <a:t> {</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lcd.setRGB</a:t>
            </a:r>
            <a:r>
              <a:rPr lang="fr-FR" sz="1000" dirty="0">
                <a:latin typeface="Space mono" panose="02000509040000020004" pitchFamily="49" charset="0"/>
              </a:rPr>
              <a:t>(255,0,0);</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myservo.write</a:t>
            </a:r>
            <a:r>
              <a:rPr lang="fr-FR" sz="1000" dirty="0">
                <a:latin typeface="Space mono" panose="02000509040000020004" pitchFamily="49" charset="0"/>
              </a:rPr>
              <a:t>(180); </a:t>
            </a:r>
            <a:r>
              <a:rPr lang="fr-FR" sz="1000" dirty="0">
                <a:solidFill>
                  <a:schemeClr val="accent4">
                    <a:lumMod val="50000"/>
                  </a:schemeClr>
                </a:solidFill>
                <a:latin typeface="Space mono" panose="02000509040000020004" pitchFamily="49" charset="0"/>
              </a:rPr>
              <a:t>// Action du servo</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delay</a:t>
            </a:r>
            <a:r>
              <a:rPr lang="fr-FR" sz="1000" dirty="0">
                <a:latin typeface="Space mono" panose="02000509040000020004" pitchFamily="49" charset="0"/>
              </a:rPr>
              <a:t>(15); </a:t>
            </a:r>
            <a:r>
              <a:rPr lang="fr-FR" sz="1000" dirty="0">
                <a:solidFill>
                  <a:schemeClr val="accent4">
                    <a:lumMod val="50000"/>
                  </a:schemeClr>
                </a:solidFill>
                <a:latin typeface="Space mono" panose="02000509040000020004" pitchFamily="49" charset="0"/>
              </a:rPr>
              <a:t>// Délais servo</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sgp.IAQmeasure</a:t>
            </a:r>
            <a:r>
              <a:rPr lang="fr-FR" sz="1000" dirty="0">
                <a:latin typeface="Space mono" panose="02000509040000020004" pitchFamily="49" charset="0"/>
              </a:rPr>
              <a:t>(); </a:t>
            </a:r>
            <a:r>
              <a:rPr lang="fr-FR" sz="1000" dirty="0" err="1">
                <a:latin typeface="Space mono" panose="02000509040000020004" pitchFamily="49" charset="0"/>
              </a:rPr>
              <a:t>lcd.setCursor</a:t>
            </a:r>
            <a:r>
              <a:rPr lang="fr-FR" sz="1000" dirty="0">
                <a:latin typeface="Space mono" panose="02000509040000020004" pitchFamily="49" charset="0"/>
              </a:rPr>
              <a:t>(1,0);</a:t>
            </a:r>
            <a:r>
              <a:rPr lang="fr-FR" sz="1000" dirty="0" err="1">
                <a:latin typeface="Space mono" panose="02000509040000020004" pitchFamily="49" charset="0"/>
              </a:rPr>
              <a:t>lcd.print</a:t>
            </a:r>
            <a:r>
              <a:rPr lang="fr-FR" sz="1000" dirty="0">
                <a:latin typeface="Space mono" panose="02000509040000020004" pitchFamily="49" charset="0"/>
              </a:rPr>
              <a:t>("CO2");</a:t>
            </a:r>
            <a:r>
              <a:rPr lang="fr-FR" sz="1000" dirty="0" err="1">
                <a:latin typeface="Space mono" panose="02000509040000020004" pitchFamily="49" charset="0"/>
              </a:rPr>
              <a:t>lcd.setCursor</a:t>
            </a:r>
            <a:r>
              <a:rPr lang="fr-FR" sz="1000" dirty="0">
                <a:latin typeface="Space mono" panose="02000509040000020004" pitchFamily="49" charset="0"/>
              </a:rPr>
              <a:t>(5,0);</a:t>
            </a:r>
            <a:r>
              <a:rPr lang="fr-FR" sz="1000" dirty="0" err="1">
                <a:latin typeface="Space mono" panose="02000509040000020004" pitchFamily="49" charset="0"/>
              </a:rPr>
              <a:t>lcd.print</a:t>
            </a:r>
            <a:r>
              <a:rPr lang="fr-FR" sz="1000" dirty="0">
                <a:latin typeface="Space mono" panose="02000509040000020004" pitchFamily="49" charset="0"/>
              </a:rPr>
              <a:t>(sgp.eCO2);</a:t>
            </a:r>
          </a:p>
          <a:p>
            <a:pPr marL="133350" lvl="0" indent="0" algn="l" rtl="0">
              <a:spcBef>
                <a:spcPts val="0"/>
              </a:spcBef>
              <a:spcAft>
                <a:spcPts val="0"/>
              </a:spcAft>
              <a:buSzPts val="1500"/>
              <a:buNone/>
            </a:pPr>
            <a:r>
              <a:rPr lang="fr-FR" sz="1000" dirty="0" err="1">
                <a:latin typeface="Space mono" panose="02000509040000020004" pitchFamily="49" charset="0"/>
              </a:rPr>
              <a:t>lcd.print</a:t>
            </a:r>
            <a:r>
              <a:rPr lang="fr-FR" sz="1000" dirty="0">
                <a:latin typeface="Space mono" panose="02000509040000020004" pitchFamily="49" charset="0"/>
              </a:rPr>
              <a:t>(" ppm"); </a:t>
            </a:r>
            <a:r>
              <a:rPr lang="fr-FR" sz="1000" dirty="0">
                <a:solidFill>
                  <a:schemeClr val="accent4">
                    <a:lumMod val="50000"/>
                  </a:schemeClr>
                </a:solidFill>
                <a:latin typeface="Space mono" panose="02000509040000020004" pitchFamily="49" charset="0"/>
              </a:rPr>
              <a:t>//Affichage taux de CO2  sur le LCD</a:t>
            </a:r>
          </a:p>
          <a:p>
            <a:pPr marL="133350" lvl="0" indent="0" algn="l" rtl="0">
              <a:spcBef>
                <a:spcPts val="0"/>
              </a:spcBef>
              <a:spcAft>
                <a:spcPts val="0"/>
              </a:spcAft>
              <a:buSzPts val="1500"/>
              <a:buNone/>
            </a:pPr>
            <a:r>
              <a:rPr lang="fr-FR" sz="1000" dirty="0" err="1">
                <a:latin typeface="Space mono" panose="02000509040000020004" pitchFamily="49" charset="0"/>
              </a:rPr>
              <a:t>lcd.setCursor</a:t>
            </a:r>
            <a:r>
              <a:rPr lang="fr-FR" sz="1000" dirty="0">
                <a:latin typeface="Space mono" panose="02000509040000020004" pitchFamily="49" charset="0"/>
              </a:rPr>
              <a:t>(1,1);</a:t>
            </a:r>
            <a:r>
              <a:rPr lang="fr-FR" sz="1000" dirty="0" err="1">
                <a:latin typeface="Space mono" panose="02000509040000020004" pitchFamily="49" charset="0"/>
              </a:rPr>
              <a:t>lcd.print</a:t>
            </a:r>
            <a:r>
              <a:rPr lang="fr-FR" sz="1000" dirty="0">
                <a:latin typeface="Space mono" panose="02000509040000020004" pitchFamily="49" charset="0"/>
              </a:rPr>
              <a:t>("Temp");</a:t>
            </a:r>
            <a:r>
              <a:rPr lang="fr-FR" sz="1000" dirty="0" err="1">
                <a:latin typeface="Space mono" panose="02000509040000020004" pitchFamily="49" charset="0"/>
              </a:rPr>
              <a:t>lcd.setCursor</a:t>
            </a:r>
            <a:r>
              <a:rPr lang="fr-FR" sz="1000" dirty="0">
                <a:latin typeface="Space mono" panose="02000509040000020004" pitchFamily="49" charset="0"/>
              </a:rPr>
              <a:t>(6,1);</a:t>
            </a:r>
          </a:p>
          <a:p>
            <a:pPr marL="133350" lvl="0" indent="0" algn="l" rtl="0">
              <a:spcBef>
                <a:spcPts val="0"/>
              </a:spcBef>
              <a:spcAft>
                <a:spcPts val="0"/>
              </a:spcAft>
              <a:buSzPts val="1500"/>
              <a:buNone/>
            </a:pPr>
            <a:r>
              <a:rPr lang="fr-FR" sz="1000" dirty="0" err="1">
                <a:latin typeface="Space mono" panose="02000509040000020004" pitchFamily="49" charset="0"/>
              </a:rPr>
              <a:t>lcd.print</a:t>
            </a:r>
            <a:r>
              <a:rPr lang="fr-FR" sz="1000" dirty="0">
                <a:latin typeface="Space mono" panose="02000509040000020004" pitchFamily="49" charset="0"/>
              </a:rPr>
              <a:t>((</a:t>
            </a:r>
            <a:r>
              <a:rPr lang="fr-FR" sz="1000" dirty="0" err="1">
                <a:latin typeface="Space mono" panose="02000509040000020004" pitchFamily="49" charset="0"/>
              </a:rPr>
              <a:t>float</a:t>
            </a:r>
            <a:r>
              <a:rPr lang="fr-FR" sz="1000" dirty="0">
                <a:latin typeface="Space mono" panose="02000509040000020004" pitchFamily="49" charset="0"/>
              </a:rPr>
              <a:t>)</a:t>
            </a:r>
            <a:r>
              <a:rPr lang="fr-FR" sz="1000" dirty="0" err="1">
                <a:latin typeface="Space mono" panose="02000509040000020004" pitchFamily="49" charset="0"/>
              </a:rPr>
              <a:t>dht.readTemperature</a:t>
            </a:r>
            <a:r>
              <a:rPr lang="fr-FR" sz="1000" dirty="0">
                <a:latin typeface="Space mono" panose="02000509040000020004" pitchFamily="49" charset="0"/>
              </a:rPr>
              <a:t>());</a:t>
            </a:r>
            <a:r>
              <a:rPr lang="fr-FR" sz="1000" dirty="0" err="1">
                <a:latin typeface="Space mono" panose="02000509040000020004" pitchFamily="49" charset="0"/>
              </a:rPr>
              <a:t>lcd.print</a:t>
            </a:r>
            <a:r>
              <a:rPr lang="fr-FR" sz="1000" dirty="0">
                <a:latin typeface="Space mono" panose="02000509040000020004" pitchFamily="49" charset="0"/>
              </a:rPr>
              <a:t>("c");</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lcd.clear</a:t>
            </a:r>
            <a:r>
              <a:rPr lang="fr-FR" sz="1000" dirty="0">
                <a:latin typeface="Space mono" panose="02000509040000020004" pitchFamily="49" charset="0"/>
              </a:rPr>
              <a:t>(); </a:t>
            </a:r>
            <a:r>
              <a:rPr lang="fr-FR" sz="1000" dirty="0">
                <a:solidFill>
                  <a:schemeClr val="accent4">
                    <a:lumMod val="50000"/>
                  </a:schemeClr>
                </a:solidFill>
                <a:latin typeface="Space mono" panose="02000509040000020004" pitchFamily="49" charset="0"/>
              </a:rPr>
              <a:t>// Affichage température sur le LCD</a:t>
            </a:r>
          </a:p>
          <a:p>
            <a:pPr marL="133350" lvl="0" indent="0" algn="l" rtl="0">
              <a:spcBef>
                <a:spcPts val="0"/>
              </a:spcBef>
              <a:spcAft>
                <a:spcPts val="0"/>
              </a:spcAft>
              <a:buSzPts val="1500"/>
              <a:buNone/>
            </a:pPr>
            <a:r>
              <a:rPr lang="fr-FR" sz="1000" dirty="0">
                <a:latin typeface="Space mono" panose="02000509040000020004" pitchFamily="49" charset="0"/>
              </a:rPr>
              <a:t>   </a:t>
            </a:r>
            <a:r>
              <a:rPr lang="fr-FR" sz="1000" dirty="0" err="1">
                <a:latin typeface="Space mono" panose="02000509040000020004" pitchFamily="49" charset="0"/>
              </a:rPr>
              <a:t>delay</a:t>
            </a:r>
            <a:r>
              <a:rPr lang="fr-FR" sz="1000" dirty="0">
                <a:latin typeface="Space mono" panose="02000509040000020004" pitchFamily="49" charset="0"/>
              </a:rPr>
              <a:t>(1000);</a:t>
            </a:r>
          </a:p>
          <a:p>
            <a:pPr marL="133350" lvl="0" indent="0" algn="l" rtl="0">
              <a:spcBef>
                <a:spcPts val="0"/>
              </a:spcBef>
              <a:spcAft>
                <a:spcPts val="0"/>
              </a:spcAft>
              <a:buSzPts val="1500"/>
              <a:buNone/>
            </a:pPr>
            <a:r>
              <a:rPr lang="fr-FR" sz="1000" dirty="0">
                <a:latin typeface="Space mono" panose="02000509040000020004" pitchFamily="49" charset="0"/>
              </a:rPr>
              <a:t>}</a:t>
            </a:r>
          </a:p>
        </p:txBody>
      </p:sp>
      <p:sp>
        <p:nvSpPr>
          <p:cNvPr id="1214" name="Google Shape;1214;p51"/>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PROGRAMME | Loop | &gt;800ppm</a:t>
            </a:r>
            <a:endParaRPr dirty="0"/>
          </a:p>
        </p:txBody>
      </p:sp>
    </p:spTree>
    <p:extLst>
      <p:ext uri="{BB962C8B-B14F-4D97-AF65-F5344CB8AC3E}">
        <p14:creationId xmlns:p14="http://schemas.microsoft.com/office/powerpoint/2010/main" val="2338243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5"/>
          <p:cNvSpPr txBox="1">
            <a:spLocks noGrp="1"/>
          </p:cNvSpPr>
          <p:nvPr>
            <p:ph type="title"/>
          </p:nvPr>
        </p:nvSpPr>
        <p:spPr>
          <a:xfrm>
            <a:off x="1320300" y="2096633"/>
            <a:ext cx="6503400" cy="105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QUESTION</a:t>
            </a:r>
            <a:endParaRPr dirty="0"/>
          </a:p>
        </p:txBody>
      </p:sp>
      <p:sp>
        <p:nvSpPr>
          <p:cNvPr id="886" name="Google Shape;886;p35"/>
          <p:cNvSpPr txBox="1">
            <a:spLocks noGrp="1"/>
          </p:cNvSpPr>
          <p:nvPr>
            <p:ph type="title" idx="2"/>
          </p:nvPr>
        </p:nvSpPr>
        <p:spPr>
          <a:xfrm>
            <a:off x="3915450" y="1163052"/>
            <a:ext cx="1313100" cy="77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887" name="Google Shape;887;p35"/>
          <p:cNvSpPr txBox="1">
            <a:spLocks noGrp="1"/>
          </p:cNvSpPr>
          <p:nvPr>
            <p:ph type="subTitle" idx="1"/>
          </p:nvPr>
        </p:nvSpPr>
        <p:spPr>
          <a:xfrm>
            <a:off x="3052350" y="3267278"/>
            <a:ext cx="3039300" cy="69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Question problématisée</a:t>
            </a:r>
            <a:endParaRPr dirty="0"/>
          </a:p>
        </p:txBody>
      </p:sp>
    </p:spTree>
    <p:extLst>
      <p:ext uri="{BB962C8B-B14F-4D97-AF65-F5344CB8AC3E}">
        <p14:creationId xmlns:p14="http://schemas.microsoft.com/office/powerpoint/2010/main" val="3453948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46"/>
          <p:cNvSpPr txBox="1">
            <a:spLocks noGrp="1"/>
          </p:cNvSpPr>
          <p:nvPr>
            <p:ph type="title"/>
          </p:nvPr>
        </p:nvSpPr>
        <p:spPr>
          <a:xfrm>
            <a:off x="1269150" y="1483990"/>
            <a:ext cx="6605700" cy="222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Comment rendre notre produit plus compétitif ?</a:t>
            </a:r>
            <a:endParaRPr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38"/>
          <p:cNvSpPr txBox="1">
            <a:spLocks noGrp="1"/>
          </p:cNvSpPr>
          <p:nvPr>
            <p:ph type="subTitle" idx="1"/>
          </p:nvPr>
        </p:nvSpPr>
        <p:spPr>
          <a:xfrm>
            <a:off x="1254788" y="2601579"/>
            <a:ext cx="27768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Composants</a:t>
            </a:r>
            <a:endParaRPr dirty="0"/>
          </a:p>
        </p:txBody>
      </p:sp>
      <p:sp>
        <p:nvSpPr>
          <p:cNvPr id="951" name="Google Shape;951;p38"/>
          <p:cNvSpPr txBox="1">
            <a:spLocks noGrp="1"/>
          </p:cNvSpPr>
          <p:nvPr>
            <p:ph type="subTitle" idx="2"/>
          </p:nvPr>
        </p:nvSpPr>
        <p:spPr>
          <a:xfrm>
            <a:off x="1254788" y="2972979"/>
            <a:ext cx="2776800" cy="888000"/>
          </a:xfrm>
          <a:prstGeom prst="rect">
            <a:avLst/>
          </a:prstGeom>
        </p:spPr>
        <p:txBody>
          <a:bodyPr spcFirstLastPara="1" wrap="square" lIns="91425" tIns="91425" rIns="91425" bIns="91425" anchor="ctr" anchorCtr="0">
            <a:noAutofit/>
          </a:bodyPr>
          <a:lstStyle/>
          <a:p>
            <a:pPr marL="285750" lvl="0" indent="-285750" algn="ctr" rtl="0">
              <a:spcBef>
                <a:spcPts val="0"/>
              </a:spcBef>
              <a:spcAft>
                <a:spcPts val="0"/>
              </a:spcAft>
              <a:buFont typeface="Arial" panose="020B0604020202020204" pitchFamily="34" charset="0"/>
              <a:buChar char="•"/>
            </a:pPr>
            <a:r>
              <a:rPr lang="fr-FR" dirty="0"/>
              <a:t>Changement des composants</a:t>
            </a:r>
            <a:endParaRPr dirty="0"/>
          </a:p>
        </p:txBody>
      </p:sp>
      <p:sp>
        <p:nvSpPr>
          <p:cNvPr id="952" name="Google Shape;952;p38"/>
          <p:cNvSpPr txBox="1">
            <a:spLocks noGrp="1"/>
          </p:cNvSpPr>
          <p:nvPr>
            <p:ph type="subTitle" idx="3"/>
          </p:nvPr>
        </p:nvSpPr>
        <p:spPr>
          <a:xfrm>
            <a:off x="5112413" y="2601579"/>
            <a:ext cx="27768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Production</a:t>
            </a:r>
            <a:endParaRPr dirty="0"/>
          </a:p>
        </p:txBody>
      </p:sp>
      <p:sp>
        <p:nvSpPr>
          <p:cNvPr id="953" name="Google Shape;953;p38"/>
          <p:cNvSpPr txBox="1">
            <a:spLocks noGrp="1"/>
          </p:cNvSpPr>
          <p:nvPr>
            <p:ph type="subTitle" idx="4"/>
          </p:nvPr>
        </p:nvSpPr>
        <p:spPr>
          <a:xfrm>
            <a:off x="5112413" y="2972979"/>
            <a:ext cx="2776800" cy="888000"/>
          </a:xfrm>
          <a:prstGeom prst="rect">
            <a:avLst/>
          </a:prstGeom>
        </p:spPr>
        <p:txBody>
          <a:bodyPr spcFirstLastPara="1" wrap="square" lIns="91425" tIns="91425" rIns="91425" bIns="91425" anchor="ctr" anchorCtr="0">
            <a:noAutofit/>
          </a:bodyPr>
          <a:lstStyle/>
          <a:p>
            <a:pPr marL="285750" lvl="0" indent="-285750" algn="ctr" rtl="0">
              <a:spcBef>
                <a:spcPts val="0"/>
              </a:spcBef>
              <a:spcAft>
                <a:spcPts val="0"/>
              </a:spcAft>
              <a:buFont typeface="Arial" panose="020B0604020202020204" pitchFamily="34" charset="0"/>
              <a:buChar char="•"/>
            </a:pPr>
            <a:r>
              <a:rPr lang="en" dirty="0"/>
              <a:t>Commande en gros</a:t>
            </a:r>
          </a:p>
          <a:p>
            <a:pPr marL="285750" lvl="0" indent="-285750" algn="ctr" rtl="0">
              <a:spcBef>
                <a:spcPts val="0"/>
              </a:spcBef>
              <a:spcAft>
                <a:spcPts val="0"/>
              </a:spcAft>
              <a:buFont typeface="Arial" panose="020B0604020202020204" pitchFamily="34" charset="0"/>
              <a:buChar char="•"/>
            </a:pPr>
            <a:endParaRPr dirty="0"/>
          </a:p>
        </p:txBody>
      </p:sp>
      <p:sp>
        <p:nvSpPr>
          <p:cNvPr id="954" name="Google Shape;954;p38"/>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AXES POSSIBLE</a:t>
            </a:r>
            <a:endParaRPr dirty="0"/>
          </a:p>
        </p:txBody>
      </p:sp>
      <p:sp>
        <p:nvSpPr>
          <p:cNvPr id="955" name="Google Shape;955;p38"/>
          <p:cNvSpPr txBox="1">
            <a:spLocks noGrp="1"/>
          </p:cNvSpPr>
          <p:nvPr>
            <p:ph type="title" idx="5"/>
          </p:nvPr>
        </p:nvSpPr>
        <p:spPr>
          <a:xfrm>
            <a:off x="2200238" y="2019699"/>
            <a:ext cx="885900" cy="52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956" name="Google Shape;956;p38"/>
          <p:cNvSpPr txBox="1">
            <a:spLocks noGrp="1"/>
          </p:cNvSpPr>
          <p:nvPr>
            <p:ph type="title" idx="6"/>
          </p:nvPr>
        </p:nvSpPr>
        <p:spPr>
          <a:xfrm>
            <a:off x="6057863" y="2019699"/>
            <a:ext cx="885900" cy="52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Tree>
    <p:extLst>
      <p:ext uri="{BB962C8B-B14F-4D97-AF65-F5344CB8AC3E}">
        <p14:creationId xmlns:p14="http://schemas.microsoft.com/office/powerpoint/2010/main" val="1190803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34"/>
          <p:cNvSpPr/>
          <p:nvPr/>
        </p:nvSpPr>
        <p:spPr>
          <a:xfrm>
            <a:off x="946854" y="915125"/>
            <a:ext cx="3271500" cy="32715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4"/>
          <p:cNvSpPr txBox="1">
            <a:spLocks noGrp="1"/>
          </p:cNvSpPr>
          <p:nvPr>
            <p:ph type="title"/>
          </p:nvPr>
        </p:nvSpPr>
        <p:spPr>
          <a:xfrm>
            <a:off x="4587168" y="3394725"/>
            <a:ext cx="3621000" cy="40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Arduino Nano</a:t>
            </a:r>
            <a:endParaRPr dirty="0"/>
          </a:p>
        </p:txBody>
      </p:sp>
      <p:sp>
        <p:nvSpPr>
          <p:cNvPr id="871" name="Google Shape;871;p34"/>
          <p:cNvSpPr txBox="1">
            <a:spLocks noGrp="1"/>
          </p:cNvSpPr>
          <p:nvPr>
            <p:ph type="subTitle" idx="1"/>
          </p:nvPr>
        </p:nvSpPr>
        <p:spPr>
          <a:xfrm>
            <a:off x="4587168" y="1310750"/>
            <a:ext cx="3621000" cy="1936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500" dirty="0"/>
              <a:t>Prends peu de place, prix avantageux</a:t>
            </a:r>
          </a:p>
          <a:p>
            <a:pPr marL="0" lvl="0" indent="0" algn="l" rtl="0">
              <a:spcBef>
                <a:spcPts val="0"/>
              </a:spcBef>
              <a:spcAft>
                <a:spcPts val="0"/>
              </a:spcAft>
              <a:buNone/>
            </a:pPr>
            <a:endParaRPr lang="en" sz="1500" dirty="0"/>
          </a:p>
          <a:p>
            <a:pPr marL="0" lvl="0" indent="0" algn="l" rtl="0">
              <a:spcBef>
                <a:spcPts val="0"/>
              </a:spcBef>
              <a:spcAft>
                <a:spcPts val="0"/>
              </a:spcAft>
              <a:buNone/>
            </a:pPr>
            <a:r>
              <a:rPr lang="fr-FR" sz="1500" dirty="0"/>
              <a:t>Prix : 12,04€ HT</a:t>
            </a:r>
          </a:p>
        </p:txBody>
      </p:sp>
      <p:pic>
        <p:nvPicPr>
          <p:cNvPr id="872" name="Google Shape;872;p34"/>
          <p:cNvPicPr preferRelativeResize="0"/>
          <p:nvPr/>
        </p:nvPicPr>
        <p:blipFill>
          <a:blip r:embed="rId3"/>
          <a:srcRect t="27" b="27"/>
          <a:stretch/>
        </p:blipFill>
        <p:spPr>
          <a:xfrm flipH="1">
            <a:off x="1074566" y="1043662"/>
            <a:ext cx="3016076" cy="3014426"/>
          </a:xfrm>
          <a:prstGeom prst="rect">
            <a:avLst/>
          </a:prstGeom>
          <a:noFill/>
          <a:ln>
            <a:noFill/>
          </a:ln>
        </p:spPr>
      </p:pic>
      <p:grpSp>
        <p:nvGrpSpPr>
          <p:cNvPr id="873" name="Google Shape;873;p34"/>
          <p:cNvGrpSpPr/>
          <p:nvPr/>
        </p:nvGrpSpPr>
        <p:grpSpPr>
          <a:xfrm>
            <a:off x="935832" y="4262691"/>
            <a:ext cx="3293462" cy="92817"/>
            <a:chOff x="819025" y="3822075"/>
            <a:chExt cx="891450" cy="25125"/>
          </a:xfrm>
        </p:grpSpPr>
        <p:sp>
          <p:nvSpPr>
            <p:cNvPr id="874" name="Google Shape;874;p34"/>
            <p:cNvSpPr/>
            <p:nvPr/>
          </p:nvSpPr>
          <p:spPr>
            <a:xfrm>
              <a:off x="819025" y="3822375"/>
              <a:ext cx="891450" cy="24825"/>
            </a:xfrm>
            <a:custGeom>
              <a:avLst/>
              <a:gdLst/>
              <a:ahLst/>
              <a:cxnLst/>
              <a:rect l="l" t="t" r="r" b="b"/>
              <a:pathLst>
                <a:path w="35658" h="993" extrusionOk="0">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4"/>
            <p:cNvSpPr/>
            <p:nvPr/>
          </p:nvSpPr>
          <p:spPr>
            <a:xfrm>
              <a:off x="1235525" y="3823575"/>
              <a:ext cx="134825" cy="14025"/>
            </a:xfrm>
            <a:custGeom>
              <a:avLst/>
              <a:gdLst/>
              <a:ahLst/>
              <a:cxnLst/>
              <a:rect l="l" t="t" r="r" b="b"/>
              <a:pathLst>
                <a:path w="5393" h="561" extrusionOk="0">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4"/>
            <p:cNvSpPr/>
            <p:nvPr/>
          </p:nvSpPr>
          <p:spPr>
            <a:xfrm>
              <a:off x="1027875" y="3822075"/>
              <a:ext cx="23125" cy="13525"/>
            </a:xfrm>
            <a:custGeom>
              <a:avLst/>
              <a:gdLst/>
              <a:ahLst/>
              <a:cxnLst/>
              <a:rect l="l" t="t" r="r" b="b"/>
              <a:pathLst>
                <a:path w="925" h="541" extrusionOk="0">
                  <a:moveTo>
                    <a:pt x="609" y="0"/>
                  </a:moveTo>
                  <a:lnTo>
                    <a:pt x="0"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4"/>
            <p:cNvSpPr/>
            <p:nvPr/>
          </p:nvSpPr>
          <p:spPr>
            <a:xfrm>
              <a:off x="1042475" y="3822075"/>
              <a:ext cx="23150" cy="13525"/>
            </a:xfrm>
            <a:custGeom>
              <a:avLst/>
              <a:gdLst/>
              <a:ahLst/>
              <a:cxnLst/>
              <a:rect l="l" t="t" r="r" b="b"/>
              <a:pathLst>
                <a:path w="926" h="541" extrusionOk="0">
                  <a:moveTo>
                    <a:pt x="609" y="0"/>
                  </a:moveTo>
                  <a:lnTo>
                    <a:pt x="1"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4"/>
            <p:cNvSpPr/>
            <p:nvPr/>
          </p:nvSpPr>
          <p:spPr>
            <a:xfrm>
              <a:off x="1057100" y="3822075"/>
              <a:ext cx="23125" cy="13525"/>
            </a:xfrm>
            <a:custGeom>
              <a:avLst/>
              <a:gdLst/>
              <a:ahLst/>
              <a:cxnLst/>
              <a:rect l="l" t="t" r="r" b="b"/>
              <a:pathLst>
                <a:path w="925" h="541" extrusionOk="0">
                  <a:moveTo>
                    <a:pt x="609" y="0"/>
                  </a:moveTo>
                  <a:lnTo>
                    <a:pt x="0" y="541"/>
                  </a:lnTo>
                  <a:lnTo>
                    <a:pt x="316"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4"/>
            <p:cNvSpPr/>
            <p:nvPr/>
          </p:nvSpPr>
          <p:spPr>
            <a:xfrm>
              <a:off x="1071700" y="3822075"/>
              <a:ext cx="23150" cy="13525"/>
            </a:xfrm>
            <a:custGeom>
              <a:avLst/>
              <a:gdLst/>
              <a:ahLst/>
              <a:cxnLst/>
              <a:rect l="l" t="t" r="r" b="b"/>
              <a:pathLst>
                <a:path w="926" h="541" extrusionOk="0">
                  <a:moveTo>
                    <a:pt x="605" y="0"/>
                  </a:moveTo>
                  <a:lnTo>
                    <a:pt x="1" y="541"/>
                  </a:lnTo>
                  <a:lnTo>
                    <a:pt x="317"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4"/>
            <p:cNvSpPr/>
            <p:nvPr/>
          </p:nvSpPr>
          <p:spPr>
            <a:xfrm>
              <a:off x="1086300" y="3822075"/>
              <a:ext cx="23150" cy="13525"/>
            </a:xfrm>
            <a:custGeom>
              <a:avLst/>
              <a:gdLst/>
              <a:ahLst/>
              <a:cxnLst/>
              <a:rect l="l" t="t" r="r" b="b"/>
              <a:pathLst>
                <a:path w="926" h="541" extrusionOk="0">
                  <a:moveTo>
                    <a:pt x="605" y="0"/>
                  </a:moveTo>
                  <a:lnTo>
                    <a:pt x="1" y="541"/>
                  </a:lnTo>
                  <a:lnTo>
                    <a:pt x="317" y="541"/>
                  </a:lnTo>
                  <a:lnTo>
                    <a:pt x="9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987170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48"/>
          <p:cNvSpPr txBox="1">
            <a:spLocks noGrp="1"/>
          </p:cNvSpPr>
          <p:nvPr>
            <p:ph type="title"/>
          </p:nvPr>
        </p:nvSpPr>
        <p:spPr>
          <a:xfrm>
            <a:off x="945440" y="1323878"/>
            <a:ext cx="3626559" cy="50492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Capteur | LM35</a:t>
            </a:r>
            <a:endParaRPr dirty="0"/>
          </a:p>
        </p:txBody>
      </p:sp>
      <p:sp>
        <p:nvSpPr>
          <p:cNvPr id="1139" name="Google Shape;1139;p48"/>
          <p:cNvSpPr txBox="1">
            <a:spLocks noGrp="1"/>
          </p:cNvSpPr>
          <p:nvPr>
            <p:ph type="subTitle" idx="1"/>
          </p:nvPr>
        </p:nvSpPr>
        <p:spPr>
          <a:xfrm>
            <a:off x="945441" y="1828800"/>
            <a:ext cx="3442500" cy="107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Prix très avantageu, connectique relativement simple</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Prix : 0,42€ HT</a:t>
            </a:r>
            <a:endParaRPr dirty="0"/>
          </a:p>
        </p:txBody>
      </p:sp>
      <p:sp>
        <p:nvSpPr>
          <p:cNvPr id="1140" name="Google Shape;1140;p48"/>
          <p:cNvSpPr/>
          <p:nvPr/>
        </p:nvSpPr>
        <p:spPr>
          <a:xfrm>
            <a:off x="4916119" y="915125"/>
            <a:ext cx="3271500" cy="32715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41" name="Google Shape;1141;p48"/>
          <p:cNvPicPr preferRelativeResize="0"/>
          <p:nvPr/>
        </p:nvPicPr>
        <p:blipFill>
          <a:blip r:embed="rId3"/>
          <a:srcRect t="27" b="27"/>
          <a:stretch/>
        </p:blipFill>
        <p:spPr>
          <a:xfrm>
            <a:off x="5043833" y="1043662"/>
            <a:ext cx="3016074" cy="3014426"/>
          </a:xfrm>
          <a:prstGeom prst="rect">
            <a:avLst/>
          </a:prstGeom>
          <a:noFill/>
          <a:ln>
            <a:noFill/>
          </a:ln>
        </p:spPr>
      </p:pic>
      <p:grpSp>
        <p:nvGrpSpPr>
          <p:cNvPr id="1142" name="Google Shape;1142;p48"/>
          <p:cNvGrpSpPr/>
          <p:nvPr/>
        </p:nvGrpSpPr>
        <p:grpSpPr>
          <a:xfrm>
            <a:off x="4905097" y="4262691"/>
            <a:ext cx="3293462" cy="92817"/>
            <a:chOff x="819025" y="3822075"/>
            <a:chExt cx="891450" cy="25125"/>
          </a:xfrm>
        </p:grpSpPr>
        <p:sp>
          <p:nvSpPr>
            <p:cNvPr id="1143" name="Google Shape;1143;p48"/>
            <p:cNvSpPr/>
            <p:nvPr/>
          </p:nvSpPr>
          <p:spPr>
            <a:xfrm>
              <a:off x="819025" y="3822375"/>
              <a:ext cx="891450" cy="24825"/>
            </a:xfrm>
            <a:custGeom>
              <a:avLst/>
              <a:gdLst/>
              <a:ahLst/>
              <a:cxnLst/>
              <a:rect l="l" t="t" r="r" b="b"/>
              <a:pathLst>
                <a:path w="35658" h="993" extrusionOk="0">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8"/>
            <p:cNvSpPr/>
            <p:nvPr/>
          </p:nvSpPr>
          <p:spPr>
            <a:xfrm>
              <a:off x="1235525" y="3823575"/>
              <a:ext cx="134825" cy="14025"/>
            </a:xfrm>
            <a:custGeom>
              <a:avLst/>
              <a:gdLst/>
              <a:ahLst/>
              <a:cxnLst/>
              <a:rect l="l" t="t" r="r" b="b"/>
              <a:pathLst>
                <a:path w="5393" h="561" extrusionOk="0">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8"/>
            <p:cNvSpPr/>
            <p:nvPr/>
          </p:nvSpPr>
          <p:spPr>
            <a:xfrm>
              <a:off x="1027875" y="3822075"/>
              <a:ext cx="23125" cy="13525"/>
            </a:xfrm>
            <a:custGeom>
              <a:avLst/>
              <a:gdLst/>
              <a:ahLst/>
              <a:cxnLst/>
              <a:rect l="l" t="t" r="r" b="b"/>
              <a:pathLst>
                <a:path w="925" h="541" extrusionOk="0">
                  <a:moveTo>
                    <a:pt x="609" y="0"/>
                  </a:moveTo>
                  <a:lnTo>
                    <a:pt x="0"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8"/>
            <p:cNvSpPr/>
            <p:nvPr/>
          </p:nvSpPr>
          <p:spPr>
            <a:xfrm>
              <a:off x="1042475" y="3822075"/>
              <a:ext cx="23150" cy="13525"/>
            </a:xfrm>
            <a:custGeom>
              <a:avLst/>
              <a:gdLst/>
              <a:ahLst/>
              <a:cxnLst/>
              <a:rect l="l" t="t" r="r" b="b"/>
              <a:pathLst>
                <a:path w="926" h="541" extrusionOk="0">
                  <a:moveTo>
                    <a:pt x="609" y="0"/>
                  </a:moveTo>
                  <a:lnTo>
                    <a:pt x="1" y="541"/>
                  </a:lnTo>
                  <a:lnTo>
                    <a:pt x="321"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8"/>
            <p:cNvSpPr/>
            <p:nvPr/>
          </p:nvSpPr>
          <p:spPr>
            <a:xfrm>
              <a:off x="1057100" y="3822075"/>
              <a:ext cx="23125" cy="13525"/>
            </a:xfrm>
            <a:custGeom>
              <a:avLst/>
              <a:gdLst/>
              <a:ahLst/>
              <a:cxnLst/>
              <a:rect l="l" t="t" r="r" b="b"/>
              <a:pathLst>
                <a:path w="925" h="541" extrusionOk="0">
                  <a:moveTo>
                    <a:pt x="609" y="0"/>
                  </a:moveTo>
                  <a:lnTo>
                    <a:pt x="0" y="541"/>
                  </a:lnTo>
                  <a:lnTo>
                    <a:pt x="316"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8"/>
            <p:cNvSpPr/>
            <p:nvPr/>
          </p:nvSpPr>
          <p:spPr>
            <a:xfrm>
              <a:off x="1071700" y="3822075"/>
              <a:ext cx="23150" cy="13525"/>
            </a:xfrm>
            <a:custGeom>
              <a:avLst/>
              <a:gdLst/>
              <a:ahLst/>
              <a:cxnLst/>
              <a:rect l="l" t="t" r="r" b="b"/>
              <a:pathLst>
                <a:path w="926" h="541" extrusionOk="0">
                  <a:moveTo>
                    <a:pt x="605" y="0"/>
                  </a:moveTo>
                  <a:lnTo>
                    <a:pt x="1" y="541"/>
                  </a:lnTo>
                  <a:lnTo>
                    <a:pt x="317" y="541"/>
                  </a:lnTo>
                  <a:lnTo>
                    <a:pt x="9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8"/>
            <p:cNvSpPr/>
            <p:nvPr/>
          </p:nvSpPr>
          <p:spPr>
            <a:xfrm>
              <a:off x="1086300" y="3822075"/>
              <a:ext cx="23150" cy="13525"/>
            </a:xfrm>
            <a:custGeom>
              <a:avLst/>
              <a:gdLst/>
              <a:ahLst/>
              <a:cxnLst/>
              <a:rect l="l" t="t" r="r" b="b"/>
              <a:pathLst>
                <a:path w="926" h="541" extrusionOk="0">
                  <a:moveTo>
                    <a:pt x="605" y="0"/>
                  </a:moveTo>
                  <a:lnTo>
                    <a:pt x="1" y="541"/>
                  </a:lnTo>
                  <a:lnTo>
                    <a:pt x="317" y="541"/>
                  </a:lnTo>
                  <a:lnTo>
                    <a:pt x="9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341599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18"/>
        <p:cNvGrpSpPr/>
        <p:nvPr/>
      </p:nvGrpSpPr>
      <p:grpSpPr>
        <a:xfrm>
          <a:off x="0" y="0"/>
          <a:ext cx="0" cy="0"/>
          <a:chOff x="0" y="0"/>
          <a:chExt cx="0" cy="0"/>
        </a:xfrm>
      </p:grpSpPr>
      <p:sp>
        <p:nvSpPr>
          <p:cNvPr id="3" name="Rectangle 2">
            <a:extLst>
              <a:ext uri="{FF2B5EF4-FFF2-40B4-BE49-F238E27FC236}">
                <a16:creationId xmlns:a16="http://schemas.microsoft.com/office/drawing/2014/main" id="{1DB05BFE-237F-774B-B53E-9ACAD5753EB6}"/>
              </a:ext>
            </a:extLst>
          </p:cNvPr>
          <p:cNvSpPr/>
          <p:nvPr/>
        </p:nvSpPr>
        <p:spPr>
          <a:xfrm>
            <a:off x="2767931" y="3492600"/>
            <a:ext cx="4544499" cy="9729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9" name="Google Shape;1219;p52"/>
          <p:cNvSpPr/>
          <p:nvPr/>
        </p:nvSpPr>
        <p:spPr>
          <a:xfrm>
            <a:off x="3074637" y="2950904"/>
            <a:ext cx="658200" cy="659700"/>
          </a:xfrm>
          <a:prstGeom prst="ellipse">
            <a:avLst/>
          </a:prstGeom>
          <a:noFill/>
          <a:ln w="28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52"/>
          <p:cNvSpPr/>
          <p:nvPr/>
        </p:nvSpPr>
        <p:spPr>
          <a:xfrm>
            <a:off x="3825978" y="2950904"/>
            <a:ext cx="658200" cy="659700"/>
          </a:xfrm>
          <a:prstGeom prst="ellipse">
            <a:avLst/>
          </a:prstGeom>
          <a:noFill/>
          <a:ln w="28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52"/>
          <p:cNvSpPr/>
          <p:nvPr/>
        </p:nvSpPr>
        <p:spPr>
          <a:xfrm>
            <a:off x="4577322" y="2950904"/>
            <a:ext cx="658200" cy="659700"/>
          </a:xfrm>
          <a:prstGeom prst="ellipse">
            <a:avLst/>
          </a:prstGeom>
          <a:noFill/>
          <a:ln w="28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52"/>
          <p:cNvSpPr/>
          <p:nvPr/>
        </p:nvSpPr>
        <p:spPr>
          <a:xfrm>
            <a:off x="5328668" y="2950904"/>
            <a:ext cx="658200" cy="659700"/>
          </a:xfrm>
          <a:prstGeom prst="ellipse">
            <a:avLst/>
          </a:prstGeom>
          <a:noFill/>
          <a:ln w="28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52"/>
          <p:cNvSpPr txBox="1">
            <a:spLocks noGrp="1"/>
          </p:cNvSpPr>
          <p:nvPr>
            <p:ph type="title"/>
          </p:nvPr>
        </p:nvSpPr>
        <p:spPr>
          <a:xfrm>
            <a:off x="2646000" y="491162"/>
            <a:ext cx="3852000" cy="97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Merci !</a:t>
            </a:r>
            <a:endParaRPr dirty="0"/>
          </a:p>
        </p:txBody>
      </p:sp>
      <p:sp>
        <p:nvSpPr>
          <p:cNvPr id="1225" name="Google Shape;1225;p52"/>
          <p:cNvSpPr txBox="1">
            <a:spLocks noGrp="1"/>
          </p:cNvSpPr>
          <p:nvPr>
            <p:ph type="subTitle" idx="1"/>
          </p:nvPr>
        </p:nvSpPr>
        <p:spPr>
          <a:xfrm>
            <a:off x="2646000" y="1554450"/>
            <a:ext cx="3852000" cy="101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b="1" dirty="0"/>
              <a:t>Avez-vous des question ?</a:t>
            </a:r>
            <a:endParaRPr b="1" dirty="0"/>
          </a:p>
          <a:p>
            <a:pPr marL="0" lvl="0" indent="0" algn="ctr" rtl="0">
              <a:spcBef>
                <a:spcPts val="0"/>
              </a:spcBef>
              <a:spcAft>
                <a:spcPts val="0"/>
              </a:spcAft>
              <a:buNone/>
            </a:pPr>
            <a:r>
              <a:rPr lang="en" dirty="0"/>
              <a:t>contact@qualit-air.fr</a:t>
            </a:r>
            <a:endParaRPr dirty="0"/>
          </a:p>
          <a:p>
            <a:pPr marL="0" lvl="0" indent="0" algn="ctr" rtl="0">
              <a:spcBef>
                <a:spcPts val="0"/>
              </a:spcBef>
              <a:spcAft>
                <a:spcPts val="0"/>
              </a:spcAft>
              <a:buNone/>
            </a:pPr>
            <a:r>
              <a:rPr lang="en" dirty="0"/>
              <a:t>09.54.78.65.12</a:t>
            </a:r>
            <a:endParaRPr dirty="0"/>
          </a:p>
          <a:p>
            <a:pPr marL="0" lvl="0" indent="0" algn="ctr" rtl="0">
              <a:spcBef>
                <a:spcPts val="0"/>
              </a:spcBef>
              <a:spcAft>
                <a:spcPts val="0"/>
              </a:spcAft>
              <a:buNone/>
            </a:pPr>
            <a:r>
              <a:rPr lang="fr-FR" dirty="0"/>
              <a:t>www.qualit-air.fr</a:t>
            </a:r>
            <a:endParaRPr dirty="0"/>
          </a:p>
        </p:txBody>
      </p:sp>
      <p:grpSp>
        <p:nvGrpSpPr>
          <p:cNvPr id="1226" name="Google Shape;1226;p52"/>
          <p:cNvGrpSpPr/>
          <p:nvPr/>
        </p:nvGrpSpPr>
        <p:grpSpPr>
          <a:xfrm>
            <a:off x="5499898" y="3122871"/>
            <a:ext cx="315740" cy="315740"/>
            <a:chOff x="4933458" y="1687279"/>
            <a:chExt cx="397907" cy="397907"/>
          </a:xfrm>
        </p:grpSpPr>
        <p:sp>
          <p:nvSpPr>
            <p:cNvPr id="1227" name="Google Shape;1227;p52"/>
            <p:cNvSpPr/>
            <p:nvPr/>
          </p:nvSpPr>
          <p:spPr>
            <a:xfrm>
              <a:off x="5071801" y="1766541"/>
              <a:ext cx="125867" cy="241215"/>
            </a:xfrm>
            <a:custGeom>
              <a:avLst/>
              <a:gdLst/>
              <a:ahLst/>
              <a:cxnLst/>
              <a:rect l="l" t="t" r="r" b="b"/>
              <a:pathLst>
                <a:path w="6031" h="11558" extrusionOk="0">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52"/>
            <p:cNvSpPr/>
            <p:nvPr/>
          </p:nvSpPr>
          <p:spPr>
            <a:xfrm>
              <a:off x="4933458" y="1687279"/>
              <a:ext cx="397907" cy="397907"/>
            </a:xfrm>
            <a:custGeom>
              <a:avLst/>
              <a:gdLst/>
              <a:ahLst/>
              <a:cxnLst/>
              <a:rect l="l" t="t" r="r" b="b"/>
              <a:pathLst>
                <a:path w="19066" h="19066" extrusionOk="0">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9" name="Google Shape;1229;p52"/>
          <p:cNvGrpSpPr/>
          <p:nvPr/>
        </p:nvGrpSpPr>
        <p:grpSpPr>
          <a:xfrm>
            <a:off x="4748560" y="3122892"/>
            <a:ext cx="315723" cy="315723"/>
            <a:chOff x="1379798" y="1723250"/>
            <a:chExt cx="397887" cy="397887"/>
          </a:xfrm>
        </p:grpSpPr>
        <p:sp>
          <p:nvSpPr>
            <p:cNvPr id="1230" name="Google Shape;1230;p52"/>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52"/>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52"/>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52"/>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4" name="Google Shape;1234;p52"/>
          <p:cNvGrpSpPr/>
          <p:nvPr/>
        </p:nvGrpSpPr>
        <p:grpSpPr>
          <a:xfrm>
            <a:off x="3245867" y="3122881"/>
            <a:ext cx="315740" cy="315723"/>
            <a:chOff x="266768" y="1721375"/>
            <a:chExt cx="397907" cy="397887"/>
          </a:xfrm>
        </p:grpSpPr>
        <p:sp>
          <p:nvSpPr>
            <p:cNvPr id="1235" name="Google Shape;1235;p52"/>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52"/>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7" name="Google Shape;1237;p52"/>
          <p:cNvGrpSpPr/>
          <p:nvPr/>
        </p:nvGrpSpPr>
        <p:grpSpPr>
          <a:xfrm>
            <a:off x="3997228" y="3122881"/>
            <a:ext cx="315706" cy="315723"/>
            <a:chOff x="864491" y="1723250"/>
            <a:chExt cx="397866" cy="397887"/>
          </a:xfrm>
        </p:grpSpPr>
        <p:sp>
          <p:nvSpPr>
            <p:cNvPr id="1238" name="Google Shape;1238;p52"/>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52"/>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52"/>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The Evolution of Invention in Canada Thesis by Slidesgo">
  <a:themeElements>
    <a:clrScheme name="Simple Light">
      <a:dk1>
        <a:srgbClr val="E3EEED"/>
      </a:dk1>
      <a:lt1>
        <a:srgbClr val="383536"/>
      </a:lt1>
      <a:dk2>
        <a:srgbClr val="FC2E12"/>
      </a:dk2>
      <a:lt2>
        <a:srgbClr val="C1D6CE"/>
      </a:lt2>
      <a:accent1>
        <a:srgbClr val="64818C"/>
      </a:accent1>
      <a:accent2>
        <a:srgbClr val="DD4815"/>
      </a:accent2>
      <a:accent3>
        <a:srgbClr val="24A364"/>
      </a:accent3>
      <a:accent4>
        <a:srgbClr val="FFFFFF"/>
      </a:accent4>
      <a:accent5>
        <a:srgbClr val="FFFFFF"/>
      </a:accent5>
      <a:accent6>
        <a:srgbClr val="FFFFFF"/>
      </a:accent6>
      <a:hlink>
        <a:srgbClr val="3835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TotalTime>
  <Words>968</Words>
  <Application>Microsoft Office PowerPoint</Application>
  <PresentationFormat>Affichage à l'écran (16:9)</PresentationFormat>
  <Paragraphs>170</Paragraphs>
  <Slides>32</Slides>
  <Notes>32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32</vt:i4>
      </vt:variant>
    </vt:vector>
  </HeadingPairs>
  <TitlesOfParts>
    <vt:vector size="39" baseType="lpstr">
      <vt:lpstr>Fredoka One</vt:lpstr>
      <vt:lpstr>Arial</vt:lpstr>
      <vt:lpstr>Roboto</vt:lpstr>
      <vt:lpstr>Space Mono</vt:lpstr>
      <vt:lpstr>Orbitron</vt:lpstr>
      <vt:lpstr>ProximaNova-Cond-Bold</vt:lpstr>
      <vt:lpstr>The Evolution of Invention in Canada Thesis by Slidesgo</vt:lpstr>
      <vt:lpstr>Capteur de CO2</vt:lpstr>
      <vt:lpstr>SOMMAIRE</vt:lpstr>
      <vt:lpstr>CONTRAINTES</vt:lpstr>
      <vt:lpstr>Pourquoi ?</vt:lpstr>
      <vt:lpstr>DIAGRAMME SYSML Classe maternelle</vt:lpstr>
      <vt:lpstr>Écran LCD + capteur de température</vt:lpstr>
      <vt:lpstr>GANTT</vt:lpstr>
      <vt:lpstr>PROJET</vt:lpstr>
      <vt:lpstr>RÉPARTITION</vt:lpstr>
      <vt:lpstr>Boitier 3D</vt:lpstr>
      <vt:lpstr>Boitier 3D</vt:lpstr>
      <vt:lpstr>Boitier 3D</vt:lpstr>
      <vt:lpstr>Boitier 3D</vt:lpstr>
      <vt:lpstr>Boitier 3D</vt:lpstr>
      <vt:lpstr>Boitier 3D</vt:lpstr>
      <vt:lpstr>96,75€</vt:lpstr>
      <vt:lpstr>Batterie</vt:lpstr>
      <vt:lpstr>Q = 4Ah</vt:lpstr>
      <vt:lpstr>A.bat = 10,8h</vt:lpstr>
      <vt:lpstr>Protocole de test</vt:lpstr>
      <vt:lpstr>PROGRAMME</vt:lpstr>
      <vt:lpstr>I2C</vt:lpstr>
      <vt:lpstr>PROGRAMME | Head</vt:lpstr>
      <vt:lpstr>PROGRAMME | Setup</vt:lpstr>
      <vt:lpstr>PROGRAMME | Loop | &lt;800ppm</vt:lpstr>
      <vt:lpstr>PROGRAMME | Loop | &gt;800ppm</vt:lpstr>
      <vt:lpstr>QUESTION</vt:lpstr>
      <vt:lpstr>Comment rendre notre produit plus compétitif ?</vt:lpstr>
      <vt:lpstr>AXES POSSIBLE</vt:lpstr>
      <vt:lpstr>Arduino Nano</vt:lpstr>
      <vt:lpstr>Capteur | LM35</vt:lpstr>
      <vt:lpstr>Merci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Capteur de CO2</dc:title>
  <cp:lastModifiedBy>Rundred offi</cp:lastModifiedBy>
  <cp:revision>13</cp:revision>
  <dcterms:modified xsi:type="dcterms:W3CDTF">2022-05-16T21:39:27Z</dcterms:modified>
</cp:coreProperties>
</file>